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1692" r:id="rId2"/>
    <p:sldId id="1693" r:id="rId3"/>
    <p:sldId id="1694" r:id="rId4"/>
    <p:sldId id="1695" r:id="rId5"/>
    <p:sldId id="1696" r:id="rId6"/>
    <p:sldId id="1697" r:id="rId7"/>
    <p:sldId id="1698" r:id="rId8"/>
    <p:sldId id="1699" r:id="rId9"/>
    <p:sldId id="1700" r:id="rId10"/>
    <p:sldId id="1701" r:id="rId11"/>
    <p:sldId id="1702" r:id="rId12"/>
    <p:sldId id="1703" r:id="rId13"/>
    <p:sldId id="1704" r:id="rId14"/>
    <p:sldId id="1705" r:id="rId15"/>
    <p:sldId id="1706" r:id="rId16"/>
    <p:sldId id="1707" r:id="rId17"/>
    <p:sldId id="1708" r:id="rId18"/>
    <p:sldId id="1709" r:id="rId19"/>
    <p:sldId id="1710" r:id="rId20"/>
    <p:sldId id="1711" r:id="rId21"/>
    <p:sldId id="1712" r:id="rId22"/>
    <p:sldId id="1713" r:id="rId23"/>
    <p:sldId id="1714" r:id="rId24"/>
  </p:sldIdLst>
  <p:sldSz cx="12192000" cy="6858000"/>
  <p:notesSz cx="6810375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103"/>
    <a:srgbClr val="040204"/>
    <a:srgbClr val="678374"/>
    <a:srgbClr val="3291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513" autoAdjust="0"/>
  </p:normalViewPr>
  <p:slideViewPr>
    <p:cSldViewPr snapToGrid="0">
      <p:cViewPr varScale="1">
        <p:scale>
          <a:sx n="67" d="100"/>
          <a:sy n="67" d="100"/>
        </p:scale>
        <p:origin x="1248" y="67"/>
      </p:cViewPr>
      <p:guideLst/>
    </p:cSldViewPr>
  </p:slideViewPr>
  <p:outlineViewPr>
    <p:cViewPr>
      <p:scale>
        <a:sx n="33" d="100"/>
        <a:sy n="33" d="100"/>
      </p:scale>
      <p:origin x="0" y="-1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5" d="100"/>
          <a:sy n="45" d="100"/>
        </p:scale>
        <p:origin x="1980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urhan Elhalawany" userId="93b468dd-bf64-4d7e-b127-986ec9ea3c2b" providerId="ADAL" clId="{8C83DCCB-57EA-41DD-99BA-A28273DABB63}"/>
    <pc:docChg chg="undo custSel addSld delSld modSld">
      <pc:chgData name="Nourhan Elhalawany" userId="93b468dd-bf64-4d7e-b127-986ec9ea3c2b" providerId="ADAL" clId="{8C83DCCB-57EA-41DD-99BA-A28273DABB63}" dt="2026-07-21T18:50:36.248" v="611" actId="22"/>
      <pc:docMkLst>
        <pc:docMk/>
      </pc:docMkLst>
      <pc:sldChg chg="addSp delSp modSp mod modNotes">
        <pc:chgData name="Nourhan Elhalawany" userId="93b468dd-bf64-4d7e-b127-986ec9ea3c2b" providerId="ADAL" clId="{8C83DCCB-57EA-41DD-99BA-A28273DABB63}" dt="2026-07-21T18:50:36.248" v="611" actId="22"/>
        <pc:sldMkLst>
          <pc:docMk/>
          <pc:sldMk cId="769816007" sldId="1692"/>
        </pc:sldMkLst>
        <pc:spChg chg="mod">
          <ac:chgData name="Nourhan Elhalawany" userId="93b468dd-bf64-4d7e-b127-986ec9ea3c2b" providerId="ADAL" clId="{8C83DCCB-57EA-41DD-99BA-A28273DABB63}" dt="2026-07-21T18:49:58.099" v="597" actId="20577"/>
          <ac:spMkLst>
            <pc:docMk/>
            <pc:sldMk cId="769816007" sldId="1692"/>
            <ac:spMk id="3" creationId="{5014C512-2D8D-2351-9B3B-F80987DFFB4B}"/>
          </ac:spMkLst>
        </pc:spChg>
        <pc:spChg chg="mod">
          <ac:chgData name="Nourhan Elhalawany" userId="93b468dd-bf64-4d7e-b127-986ec9ea3c2b" providerId="ADAL" clId="{8C83DCCB-57EA-41DD-99BA-A28273DABB63}" dt="2026-07-21T18:46:57.370" v="592" actId="20577"/>
          <ac:spMkLst>
            <pc:docMk/>
            <pc:sldMk cId="769816007" sldId="1692"/>
            <ac:spMk id="4" creationId="{9B9F2D8C-5573-B66B-C022-6F62478C664B}"/>
          </ac:spMkLst>
        </pc:spChg>
        <pc:spChg chg="add del mod">
          <ac:chgData name="Nourhan Elhalawany" userId="93b468dd-bf64-4d7e-b127-986ec9ea3c2b" providerId="ADAL" clId="{8C83DCCB-57EA-41DD-99BA-A28273DABB63}" dt="2026-07-21T18:50:36.248" v="611" actId="22"/>
          <ac:spMkLst>
            <pc:docMk/>
            <pc:sldMk cId="769816007" sldId="1692"/>
            <ac:spMk id="5" creationId="{1E47C4F0-6895-328F-67E7-F5B421967E32}"/>
          </ac:spMkLst>
        </pc:spChg>
      </pc:sldChg>
      <pc:sldChg chg="del">
        <pc:chgData name="Nourhan Elhalawany" userId="93b468dd-bf64-4d7e-b127-986ec9ea3c2b" providerId="ADAL" clId="{8C83DCCB-57EA-41DD-99BA-A28273DABB63}" dt="2026-07-21T18:08:01.515" v="381" actId="2696"/>
        <pc:sldMkLst>
          <pc:docMk/>
          <pc:sldMk cId="1325828866" sldId="1693"/>
        </pc:sldMkLst>
      </pc:sldChg>
      <pc:sldChg chg="modSp mod">
        <pc:chgData name="Nourhan Elhalawany" userId="93b468dd-bf64-4d7e-b127-986ec9ea3c2b" providerId="ADAL" clId="{8C83DCCB-57EA-41DD-99BA-A28273DABB63}" dt="2026-07-21T18:43:11.746" v="580" actId="20577"/>
        <pc:sldMkLst>
          <pc:docMk/>
          <pc:sldMk cId="2829040562" sldId="1693"/>
        </pc:sldMkLst>
        <pc:spChg chg="mod">
          <ac:chgData name="Nourhan Elhalawany" userId="93b468dd-bf64-4d7e-b127-986ec9ea3c2b" providerId="ADAL" clId="{8C83DCCB-57EA-41DD-99BA-A28273DABB63}" dt="2026-07-21T18:43:11.746" v="580" actId="20577"/>
          <ac:spMkLst>
            <pc:docMk/>
            <pc:sldMk cId="2829040562" sldId="1693"/>
            <ac:spMk id="3" creationId="{4099BF13-100F-0680-08D0-C0E7CDA1634A}"/>
          </ac:spMkLst>
        </pc:spChg>
      </pc:sldChg>
      <pc:sldChg chg="del">
        <pc:chgData name="Nourhan Elhalawany" userId="93b468dd-bf64-4d7e-b127-986ec9ea3c2b" providerId="ADAL" clId="{8C83DCCB-57EA-41DD-99BA-A28273DABB63}" dt="2026-07-21T18:08:01.509" v="378" actId="2696"/>
        <pc:sldMkLst>
          <pc:docMk/>
          <pc:sldMk cId="4000293735" sldId="1695"/>
        </pc:sldMkLst>
      </pc:sldChg>
      <pc:sldChg chg="del">
        <pc:chgData name="Nourhan Elhalawany" userId="93b468dd-bf64-4d7e-b127-986ec9ea3c2b" providerId="ADAL" clId="{8C83DCCB-57EA-41DD-99BA-A28273DABB63}" dt="2026-07-21T18:08:01.499" v="373" actId="2696"/>
        <pc:sldMkLst>
          <pc:docMk/>
          <pc:sldMk cId="181979187" sldId="1699"/>
        </pc:sldMkLst>
      </pc:sldChg>
      <pc:sldChg chg="addSp delSp modSp mod">
        <pc:chgData name="Nourhan Elhalawany" userId="93b468dd-bf64-4d7e-b127-986ec9ea3c2b" providerId="ADAL" clId="{8C83DCCB-57EA-41DD-99BA-A28273DABB63}" dt="2026-07-21T18:47:29.042" v="595" actId="478"/>
        <pc:sldMkLst>
          <pc:docMk/>
          <pc:sldMk cId="494479188" sldId="1699"/>
        </pc:sldMkLst>
        <pc:spChg chg="del mod">
          <ac:chgData name="Nourhan Elhalawany" userId="93b468dd-bf64-4d7e-b127-986ec9ea3c2b" providerId="ADAL" clId="{8C83DCCB-57EA-41DD-99BA-A28273DABB63}" dt="2026-07-21T18:47:26.330" v="594" actId="478"/>
          <ac:spMkLst>
            <pc:docMk/>
            <pc:sldMk cId="494479188" sldId="1699"/>
            <ac:spMk id="2" creationId="{1D329677-BACE-EA10-21C2-818A1B8B36E1}"/>
          </ac:spMkLst>
        </pc:spChg>
        <pc:spChg chg="add mod">
          <ac:chgData name="Nourhan Elhalawany" userId="93b468dd-bf64-4d7e-b127-986ec9ea3c2b" providerId="ADAL" clId="{8C83DCCB-57EA-41DD-99BA-A28273DABB63}" dt="2026-07-21T18:35:44.350" v="471" actId="21"/>
          <ac:spMkLst>
            <pc:docMk/>
            <pc:sldMk cId="494479188" sldId="1699"/>
            <ac:spMk id="7" creationId="{D93ECC83-FBA4-913B-AC32-F0595F81CA13}"/>
          </ac:spMkLst>
        </pc:spChg>
        <pc:spChg chg="add mod">
          <ac:chgData name="Nourhan Elhalawany" userId="93b468dd-bf64-4d7e-b127-986ec9ea3c2b" providerId="ADAL" clId="{8C83DCCB-57EA-41DD-99BA-A28273DABB63}" dt="2026-07-21T18:38:26.397" v="504" actId="14100"/>
          <ac:spMkLst>
            <pc:docMk/>
            <pc:sldMk cId="494479188" sldId="1699"/>
            <ac:spMk id="8" creationId="{B3CB7DA8-ACD0-C2D8-0721-726DDBF5BB22}"/>
          </ac:spMkLst>
        </pc:spChg>
        <pc:spChg chg="add mod">
          <ac:chgData name="Nourhan Elhalawany" userId="93b468dd-bf64-4d7e-b127-986ec9ea3c2b" providerId="ADAL" clId="{8C83DCCB-57EA-41DD-99BA-A28273DABB63}" dt="2026-07-21T18:38:23.661" v="503" actId="14100"/>
          <ac:spMkLst>
            <pc:docMk/>
            <pc:sldMk cId="494479188" sldId="1699"/>
            <ac:spMk id="10" creationId="{60B537F3-FD5D-E472-120C-0143A06AC430}"/>
          </ac:spMkLst>
        </pc:spChg>
        <pc:spChg chg="add del mod">
          <ac:chgData name="Nourhan Elhalawany" userId="93b468dd-bf64-4d7e-b127-986ec9ea3c2b" providerId="ADAL" clId="{8C83DCCB-57EA-41DD-99BA-A28273DABB63}" dt="2026-07-21T18:47:29.042" v="595" actId="478"/>
          <ac:spMkLst>
            <pc:docMk/>
            <pc:sldMk cId="494479188" sldId="1699"/>
            <ac:spMk id="12" creationId="{25C9D4CC-CD3D-D084-6E0A-6976891E6240}"/>
          </ac:spMkLst>
        </pc:spChg>
        <pc:graphicFrameChg chg="add mod">
          <ac:chgData name="Nourhan Elhalawany" userId="93b468dd-bf64-4d7e-b127-986ec9ea3c2b" providerId="ADAL" clId="{8C83DCCB-57EA-41DD-99BA-A28273DABB63}" dt="2026-07-21T18:33:12.049" v="438"/>
          <ac:graphicFrameMkLst>
            <pc:docMk/>
            <pc:sldMk cId="494479188" sldId="1699"/>
            <ac:graphicFrameMk id="5" creationId="{E7F05A57-1FE0-8048-A847-6D839B387BA9}"/>
          </ac:graphicFrameMkLst>
        </pc:graphicFrameChg>
      </pc:sldChg>
      <pc:sldChg chg="modSp mod">
        <pc:chgData name="Nourhan Elhalawany" userId="93b468dd-bf64-4d7e-b127-986ec9ea3c2b" providerId="ADAL" clId="{8C83DCCB-57EA-41DD-99BA-A28273DABB63}" dt="2026-07-21T18:39:32.442" v="517" actId="403"/>
        <pc:sldMkLst>
          <pc:docMk/>
          <pc:sldMk cId="2723589177" sldId="1703"/>
        </pc:sldMkLst>
        <pc:spChg chg="mod">
          <ac:chgData name="Nourhan Elhalawany" userId="93b468dd-bf64-4d7e-b127-986ec9ea3c2b" providerId="ADAL" clId="{8C83DCCB-57EA-41DD-99BA-A28273DABB63}" dt="2026-07-21T18:39:32.442" v="517" actId="403"/>
          <ac:spMkLst>
            <pc:docMk/>
            <pc:sldMk cId="2723589177" sldId="1703"/>
            <ac:spMk id="2" creationId="{D91EE51D-32AE-E094-9CD4-FDFD41FE11FB}"/>
          </ac:spMkLst>
        </pc:spChg>
        <pc:spChg chg="mod">
          <ac:chgData name="Nourhan Elhalawany" userId="93b468dd-bf64-4d7e-b127-986ec9ea3c2b" providerId="ADAL" clId="{8C83DCCB-57EA-41DD-99BA-A28273DABB63}" dt="2026-07-21T18:39:29.374" v="514" actId="403"/>
          <ac:spMkLst>
            <pc:docMk/>
            <pc:sldMk cId="2723589177" sldId="1703"/>
            <ac:spMk id="3" creationId="{D29B3635-BAC6-BA24-D1CA-553F17DC2099}"/>
          </ac:spMkLst>
        </pc:spChg>
      </pc:sldChg>
      <pc:sldChg chg="modSp mod">
        <pc:chgData name="Nourhan Elhalawany" userId="93b468dd-bf64-4d7e-b127-986ec9ea3c2b" providerId="ADAL" clId="{8C83DCCB-57EA-41DD-99BA-A28273DABB63}" dt="2026-07-21T18:40:26.540" v="532" actId="403"/>
        <pc:sldMkLst>
          <pc:docMk/>
          <pc:sldMk cId="1890948951" sldId="1707"/>
        </pc:sldMkLst>
        <pc:spChg chg="mod">
          <ac:chgData name="Nourhan Elhalawany" userId="93b468dd-bf64-4d7e-b127-986ec9ea3c2b" providerId="ADAL" clId="{8C83DCCB-57EA-41DD-99BA-A28273DABB63}" dt="2026-07-21T18:40:04.104" v="527" actId="1076"/>
          <ac:spMkLst>
            <pc:docMk/>
            <pc:sldMk cId="1890948951" sldId="1707"/>
            <ac:spMk id="2" creationId="{8364E084-9A08-93F9-E09B-77E12BA6572F}"/>
          </ac:spMkLst>
        </pc:spChg>
        <pc:spChg chg="mod">
          <ac:chgData name="Nourhan Elhalawany" userId="93b468dd-bf64-4d7e-b127-986ec9ea3c2b" providerId="ADAL" clId="{8C83DCCB-57EA-41DD-99BA-A28273DABB63}" dt="2026-07-21T18:40:26.540" v="532" actId="403"/>
          <ac:spMkLst>
            <pc:docMk/>
            <pc:sldMk cId="1890948951" sldId="1707"/>
            <ac:spMk id="3" creationId="{0F626935-F7E2-528A-D7E9-BB1168AD7902}"/>
          </ac:spMkLst>
        </pc:spChg>
      </pc:sldChg>
      <pc:sldChg chg="del">
        <pc:chgData name="Nourhan Elhalawany" userId="93b468dd-bf64-4d7e-b127-986ec9ea3c2b" providerId="ADAL" clId="{8C83DCCB-57EA-41DD-99BA-A28273DABB63}" dt="2026-07-21T18:08:01.463" v="358" actId="2696"/>
        <pc:sldMkLst>
          <pc:docMk/>
          <pc:sldMk cId="3545496363" sldId="1708"/>
        </pc:sldMkLst>
      </pc:sldChg>
      <pc:sldChg chg="modSp mod">
        <pc:chgData name="Nourhan Elhalawany" userId="93b468dd-bf64-4d7e-b127-986ec9ea3c2b" providerId="ADAL" clId="{8C83DCCB-57EA-41DD-99BA-A28273DABB63}" dt="2026-07-21T18:40:58.561" v="546" actId="403"/>
        <pc:sldMkLst>
          <pc:docMk/>
          <pc:sldMk cId="464284440" sldId="1709"/>
        </pc:sldMkLst>
        <pc:spChg chg="mod">
          <ac:chgData name="Nourhan Elhalawany" userId="93b468dd-bf64-4d7e-b127-986ec9ea3c2b" providerId="ADAL" clId="{8C83DCCB-57EA-41DD-99BA-A28273DABB63}" dt="2026-07-21T18:40:55.423" v="543" actId="404"/>
          <ac:spMkLst>
            <pc:docMk/>
            <pc:sldMk cId="464284440" sldId="1709"/>
            <ac:spMk id="2" creationId="{CA6A6736-A706-55C4-B009-18EEA89E49A9}"/>
          </ac:spMkLst>
        </pc:spChg>
        <pc:spChg chg="mod">
          <ac:chgData name="Nourhan Elhalawany" userId="93b468dd-bf64-4d7e-b127-986ec9ea3c2b" providerId="ADAL" clId="{8C83DCCB-57EA-41DD-99BA-A28273DABB63}" dt="2026-07-21T18:40:58.561" v="546" actId="403"/>
          <ac:spMkLst>
            <pc:docMk/>
            <pc:sldMk cId="464284440" sldId="1709"/>
            <ac:spMk id="3" creationId="{A2608A70-2D6B-F8B8-E7EC-3B85AFC1C2F0}"/>
          </ac:spMkLst>
        </pc:spChg>
      </pc:sldChg>
      <pc:sldChg chg="del">
        <pc:chgData name="Nourhan Elhalawany" userId="93b468dd-bf64-4d7e-b127-986ec9ea3c2b" providerId="ADAL" clId="{8C83DCCB-57EA-41DD-99BA-A28273DABB63}" dt="2026-07-21T18:08:01.459" v="356" actId="2696"/>
        <pc:sldMkLst>
          <pc:docMk/>
          <pc:sldMk cId="896221463" sldId="1710"/>
        </pc:sldMkLst>
      </pc:sldChg>
      <pc:sldChg chg="del">
        <pc:chgData name="Nourhan Elhalawany" userId="93b468dd-bf64-4d7e-b127-986ec9ea3c2b" providerId="ADAL" clId="{8C83DCCB-57EA-41DD-99BA-A28273DABB63}" dt="2026-07-21T18:08:01.442" v="355" actId="2696"/>
        <pc:sldMkLst>
          <pc:docMk/>
          <pc:sldMk cId="3462389781" sldId="1711"/>
        </pc:sldMkLst>
      </pc:sldChg>
      <pc:sldChg chg="modSp mod">
        <pc:chgData name="Nourhan Elhalawany" userId="93b468dd-bf64-4d7e-b127-986ec9ea3c2b" providerId="ADAL" clId="{8C83DCCB-57EA-41DD-99BA-A28273DABB63}" dt="2026-07-21T18:41:41.018" v="555" actId="403"/>
        <pc:sldMkLst>
          <pc:docMk/>
          <pc:sldMk cId="875650409" sldId="1712"/>
        </pc:sldMkLst>
        <pc:spChg chg="mod">
          <ac:chgData name="Nourhan Elhalawany" userId="93b468dd-bf64-4d7e-b127-986ec9ea3c2b" providerId="ADAL" clId="{8C83DCCB-57EA-41DD-99BA-A28273DABB63}" dt="2026-07-21T18:41:41.018" v="555" actId="403"/>
          <ac:spMkLst>
            <pc:docMk/>
            <pc:sldMk cId="875650409" sldId="1712"/>
            <ac:spMk id="2" creationId="{1CAA5C61-5AAE-6664-6E31-BA9BE2B120F3}"/>
          </ac:spMkLst>
        </pc:spChg>
      </pc:sldChg>
      <pc:sldChg chg="del">
        <pc:chgData name="Nourhan Elhalawany" userId="93b468dd-bf64-4d7e-b127-986ec9ea3c2b" providerId="ADAL" clId="{8C83DCCB-57EA-41DD-99BA-A28273DABB63}" dt="2026-07-21T18:08:01.442" v="354" actId="2696"/>
        <pc:sldMkLst>
          <pc:docMk/>
          <pc:sldMk cId="1445760904" sldId="1712"/>
        </pc:sldMkLst>
      </pc:sldChg>
      <pc:sldChg chg="del">
        <pc:chgData name="Nourhan Elhalawany" userId="93b468dd-bf64-4d7e-b127-986ec9ea3c2b" providerId="ADAL" clId="{8C83DCCB-57EA-41DD-99BA-A28273DABB63}" dt="2026-07-21T18:08:01.442" v="353" actId="2696"/>
        <pc:sldMkLst>
          <pc:docMk/>
          <pc:sldMk cId="249758897" sldId="1713"/>
        </pc:sldMkLst>
      </pc:sldChg>
      <pc:sldChg chg="modSp mod">
        <pc:chgData name="Nourhan Elhalawany" userId="93b468dd-bf64-4d7e-b127-986ec9ea3c2b" providerId="ADAL" clId="{8C83DCCB-57EA-41DD-99BA-A28273DABB63}" dt="2026-07-21T18:42:18.173" v="566" actId="14100"/>
        <pc:sldMkLst>
          <pc:docMk/>
          <pc:sldMk cId="3240442831" sldId="1713"/>
        </pc:sldMkLst>
        <pc:spChg chg="mod">
          <ac:chgData name="Nourhan Elhalawany" userId="93b468dd-bf64-4d7e-b127-986ec9ea3c2b" providerId="ADAL" clId="{8C83DCCB-57EA-41DD-99BA-A28273DABB63}" dt="2026-07-21T18:42:18.173" v="566" actId="14100"/>
          <ac:spMkLst>
            <pc:docMk/>
            <pc:sldMk cId="3240442831" sldId="1713"/>
            <ac:spMk id="2" creationId="{499D9F7E-9C7E-3151-3A84-8C4693C7821A}"/>
          </ac:spMkLst>
        </pc:spChg>
      </pc:sldChg>
      <pc:sldChg chg="del">
        <pc:chgData name="Nourhan Elhalawany" userId="93b468dd-bf64-4d7e-b127-986ec9ea3c2b" providerId="ADAL" clId="{8C83DCCB-57EA-41DD-99BA-A28273DABB63}" dt="2026-07-21T18:08:01.442" v="352" actId="2696"/>
        <pc:sldMkLst>
          <pc:docMk/>
          <pc:sldMk cId="1816397143" sldId="1714"/>
        </pc:sldMkLst>
      </pc:sldChg>
      <pc:sldChg chg="addSp modSp add del mod modNotes">
        <pc:chgData name="Nourhan Elhalawany" userId="93b468dd-bf64-4d7e-b127-986ec9ea3c2b" providerId="ADAL" clId="{8C83DCCB-57EA-41DD-99BA-A28273DABB63}" dt="2026-07-21T18:42:50.327" v="567" actId="47"/>
        <pc:sldMkLst>
          <pc:docMk/>
          <pc:sldMk cId="3635737620" sldId="1715"/>
        </pc:sldMkLst>
        <pc:spChg chg="mod">
          <ac:chgData name="Nourhan Elhalawany" userId="93b468dd-bf64-4d7e-b127-986ec9ea3c2b" providerId="ADAL" clId="{8C83DCCB-57EA-41DD-99BA-A28273DABB63}" dt="2026-07-21T18:08:01.719" v="389" actId="948"/>
          <ac:spMkLst>
            <pc:docMk/>
            <pc:sldMk cId="3635737620" sldId="1715"/>
            <ac:spMk id="2" creationId="{48301BFE-0F61-967A-96E0-A4ED5C524CB1}"/>
          </ac:spMkLst>
        </pc:spChg>
        <pc:spChg chg="mod">
          <ac:chgData name="Nourhan Elhalawany" userId="93b468dd-bf64-4d7e-b127-986ec9ea3c2b" providerId="ADAL" clId="{8C83DCCB-57EA-41DD-99BA-A28273DABB63}" dt="2026-07-21T18:08:01.687" v="386" actId="20577"/>
          <ac:spMkLst>
            <pc:docMk/>
            <pc:sldMk cId="3635737620" sldId="1715"/>
            <ac:spMk id="3" creationId="{54E614FB-E106-FB38-6A6B-57C4AC8F2452}"/>
          </ac:spMkLst>
        </pc:spChg>
        <pc:spChg chg="add mod">
          <ac:chgData name="Nourhan Elhalawany" userId="93b468dd-bf64-4d7e-b127-986ec9ea3c2b" providerId="ADAL" clId="{8C83DCCB-57EA-41DD-99BA-A28273DABB63}" dt="2026-07-21T18:08:01.766" v="392"/>
          <ac:spMkLst>
            <pc:docMk/>
            <pc:sldMk cId="3635737620" sldId="1715"/>
            <ac:spMk id="4" creationId="{07489AA0-49FA-C2E8-BC0F-D5F30F816116}"/>
          </ac:spMkLst>
        </pc:spChg>
        <pc:picChg chg="add mod">
          <ac:chgData name="Nourhan Elhalawany" userId="93b468dd-bf64-4d7e-b127-986ec9ea3c2b" providerId="ADAL" clId="{8C83DCCB-57EA-41DD-99BA-A28273DABB63}" dt="2026-07-21T18:08:01.787" v="394"/>
          <ac:picMkLst>
            <pc:docMk/>
            <pc:sldMk cId="3635737620" sldId="1715"/>
            <ac:picMk id="6" creationId="{96D3CD89-645F-E6D0-475B-2091B50AFA63}"/>
          </ac:picMkLst>
        </pc:picChg>
      </pc:sldChg>
      <pc:sldChg chg="modSp add del mod modNotes">
        <pc:chgData name="Nourhan Elhalawany" userId="93b468dd-bf64-4d7e-b127-986ec9ea3c2b" providerId="ADAL" clId="{8C83DCCB-57EA-41DD-99BA-A28273DABB63}" dt="2026-07-21T18:42:51.785" v="568" actId="47"/>
        <pc:sldMkLst>
          <pc:docMk/>
          <pc:sldMk cId="1743731953" sldId="1716"/>
        </pc:sldMkLst>
        <pc:spChg chg="mod">
          <ac:chgData name="Nourhan Elhalawany" userId="93b468dd-bf64-4d7e-b127-986ec9ea3c2b" providerId="ADAL" clId="{8C83DCCB-57EA-41DD-99BA-A28273DABB63}" dt="2026-07-21T18:08:02.482" v="397" actId="20577"/>
          <ac:spMkLst>
            <pc:docMk/>
            <pc:sldMk cId="1743731953" sldId="1716"/>
            <ac:spMk id="2" creationId="{63942040-0BDC-E877-8F68-C1F6F58C90FB}"/>
          </ac:spMkLst>
        </pc:spChg>
        <pc:spChg chg="mod">
          <ac:chgData name="Nourhan Elhalawany" userId="93b468dd-bf64-4d7e-b127-986ec9ea3c2b" providerId="ADAL" clId="{8C83DCCB-57EA-41DD-99BA-A28273DABB63}" dt="2026-07-21T18:08:02.482" v="398" actId="20577"/>
          <ac:spMkLst>
            <pc:docMk/>
            <pc:sldMk cId="1743731953" sldId="1716"/>
            <ac:spMk id="3" creationId="{78219040-BD71-87E8-871B-665D8BFAD2AE}"/>
          </ac:spMkLst>
        </pc:spChg>
      </pc:sldChg>
      <pc:sldChg chg="addSp modSp add del mod modNotes">
        <pc:chgData name="Nourhan Elhalawany" userId="93b468dd-bf64-4d7e-b127-986ec9ea3c2b" providerId="ADAL" clId="{8C83DCCB-57EA-41DD-99BA-A28273DABB63}" dt="2026-07-21T18:42:52.638" v="569" actId="47"/>
        <pc:sldMkLst>
          <pc:docMk/>
          <pc:sldMk cId="4186231919" sldId="1717"/>
        </pc:sldMkLst>
        <pc:spChg chg="mod">
          <ac:chgData name="Nourhan Elhalawany" userId="93b468dd-bf64-4d7e-b127-986ec9ea3c2b" providerId="ADAL" clId="{8C83DCCB-57EA-41DD-99BA-A28273DABB63}" dt="2026-07-21T18:08:04.831" v="404" actId="948"/>
          <ac:spMkLst>
            <pc:docMk/>
            <pc:sldMk cId="4186231919" sldId="1717"/>
            <ac:spMk id="2" creationId="{DC7701E0-2C6A-1187-15FB-97C48155E66B}"/>
          </ac:spMkLst>
        </pc:spChg>
        <pc:spChg chg="mod">
          <ac:chgData name="Nourhan Elhalawany" userId="93b468dd-bf64-4d7e-b127-986ec9ea3c2b" providerId="ADAL" clId="{8C83DCCB-57EA-41DD-99BA-A28273DABB63}" dt="2026-07-21T18:08:04.720" v="401" actId="20577"/>
          <ac:spMkLst>
            <pc:docMk/>
            <pc:sldMk cId="4186231919" sldId="1717"/>
            <ac:spMk id="3" creationId="{C79BA3AB-75BE-AE66-C330-00F9A03B4083}"/>
          </ac:spMkLst>
        </pc:spChg>
        <pc:spChg chg="add mod">
          <ac:chgData name="Nourhan Elhalawany" userId="93b468dd-bf64-4d7e-b127-986ec9ea3c2b" providerId="ADAL" clId="{8C83DCCB-57EA-41DD-99BA-A28273DABB63}" dt="2026-07-21T18:08:04.847" v="407"/>
          <ac:spMkLst>
            <pc:docMk/>
            <pc:sldMk cId="4186231919" sldId="1717"/>
            <ac:spMk id="4" creationId="{2DAAD10E-F1E0-1F6D-1B48-9FBF3E098B07}"/>
          </ac:spMkLst>
        </pc:spChg>
        <pc:picChg chg="add mod">
          <ac:chgData name="Nourhan Elhalawany" userId="93b468dd-bf64-4d7e-b127-986ec9ea3c2b" providerId="ADAL" clId="{8C83DCCB-57EA-41DD-99BA-A28273DABB63}" dt="2026-07-21T18:08:04.862" v="409"/>
          <ac:picMkLst>
            <pc:docMk/>
            <pc:sldMk cId="4186231919" sldId="1717"/>
            <ac:picMk id="6" creationId="{ECA35697-5392-B655-1F42-E55D59DD5DF6}"/>
          </ac:picMkLst>
        </pc:picChg>
      </pc:sldChg>
      <pc:sldChg chg="modSp add del mod modNotes">
        <pc:chgData name="Nourhan Elhalawany" userId="93b468dd-bf64-4d7e-b127-986ec9ea3c2b" providerId="ADAL" clId="{8C83DCCB-57EA-41DD-99BA-A28273DABB63}" dt="2026-07-21T18:42:53.391" v="570" actId="47"/>
        <pc:sldMkLst>
          <pc:docMk/>
          <pc:sldMk cId="3433872843" sldId="1718"/>
        </pc:sldMkLst>
        <pc:spChg chg="mod">
          <ac:chgData name="Nourhan Elhalawany" userId="93b468dd-bf64-4d7e-b127-986ec9ea3c2b" providerId="ADAL" clId="{8C83DCCB-57EA-41DD-99BA-A28273DABB63}" dt="2026-07-21T18:08:09.459" v="412" actId="20577"/>
          <ac:spMkLst>
            <pc:docMk/>
            <pc:sldMk cId="3433872843" sldId="1718"/>
            <ac:spMk id="2" creationId="{4CE766A3-1662-0EC9-8A2C-8C50A08E22E8}"/>
          </ac:spMkLst>
        </pc:spChg>
        <pc:spChg chg="mod">
          <ac:chgData name="Nourhan Elhalawany" userId="93b468dd-bf64-4d7e-b127-986ec9ea3c2b" providerId="ADAL" clId="{8C83DCCB-57EA-41DD-99BA-A28273DABB63}" dt="2026-07-21T18:08:09.474" v="413" actId="20577"/>
          <ac:spMkLst>
            <pc:docMk/>
            <pc:sldMk cId="3433872843" sldId="1718"/>
            <ac:spMk id="3" creationId="{12F1E26F-CDC1-FD17-8706-E6C3DFF5DB84}"/>
          </ac:spMkLst>
        </pc:spChg>
      </pc:sldChg>
      <pc:sldChg chg="addSp modSp add del mod modNotes">
        <pc:chgData name="Nourhan Elhalawany" userId="93b468dd-bf64-4d7e-b127-986ec9ea3c2b" providerId="ADAL" clId="{8C83DCCB-57EA-41DD-99BA-A28273DABB63}" dt="2026-07-21T18:42:54.106" v="571" actId="47"/>
        <pc:sldMkLst>
          <pc:docMk/>
          <pc:sldMk cId="761472133" sldId="1719"/>
        </pc:sldMkLst>
        <pc:spChg chg="mod">
          <ac:chgData name="Nourhan Elhalawany" userId="93b468dd-bf64-4d7e-b127-986ec9ea3c2b" providerId="ADAL" clId="{8C83DCCB-57EA-41DD-99BA-A28273DABB63}" dt="2026-07-21T18:08:09.643" v="419" actId="948"/>
          <ac:spMkLst>
            <pc:docMk/>
            <pc:sldMk cId="761472133" sldId="1719"/>
            <ac:spMk id="2" creationId="{BD7661B3-0691-8B9C-CC97-563587682291}"/>
          </ac:spMkLst>
        </pc:spChg>
        <pc:spChg chg="mod">
          <ac:chgData name="Nourhan Elhalawany" userId="93b468dd-bf64-4d7e-b127-986ec9ea3c2b" providerId="ADAL" clId="{8C83DCCB-57EA-41DD-99BA-A28273DABB63}" dt="2026-07-21T18:08:09.568" v="416" actId="20577"/>
          <ac:spMkLst>
            <pc:docMk/>
            <pc:sldMk cId="761472133" sldId="1719"/>
            <ac:spMk id="3" creationId="{F3E34AF9-916F-E760-2422-24F286B404BD}"/>
          </ac:spMkLst>
        </pc:spChg>
        <pc:spChg chg="add mod">
          <ac:chgData name="Nourhan Elhalawany" userId="93b468dd-bf64-4d7e-b127-986ec9ea3c2b" providerId="ADAL" clId="{8C83DCCB-57EA-41DD-99BA-A28273DABB63}" dt="2026-07-21T18:08:09.675" v="422"/>
          <ac:spMkLst>
            <pc:docMk/>
            <pc:sldMk cId="761472133" sldId="1719"/>
            <ac:spMk id="4" creationId="{CC4C877B-1D0A-4E67-7CAB-D11D438F2BE7}"/>
          </ac:spMkLst>
        </pc:spChg>
        <pc:picChg chg="add mod">
          <ac:chgData name="Nourhan Elhalawany" userId="93b468dd-bf64-4d7e-b127-986ec9ea3c2b" providerId="ADAL" clId="{8C83DCCB-57EA-41DD-99BA-A28273DABB63}" dt="2026-07-21T18:08:09.696" v="424"/>
          <ac:picMkLst>
            <pc:docMk/>
            <pc:sldMk cId="761472133" sldId="1719"/>
            <ac:picMk id="6" creationId="{F30ADAE4-BBE0-18DB-7712-AC49C6A5B549}"/>
          </ac:picMkLst>
        </pc:picChg>
      </pc:sldChg>
      <pc:sldChg chg="modSp add del mod modNotes">
        <pc:chgData name="Nourhan Elhalawany" userId="93b468dd-bf64-4d7e-b127-986ec9ea3c2b" providerId="ADAL" clId="{8C83DCCB-57EA-41DD-99BA-A28273DABB63}" dt="2026-07-21T18:42:54.848" v="572" actId="47"/>
        <pc:sldMkLst>
          <pc:docMk/>
          <pc:sldMk cId="3697382512" sldId="1720"/>
        </pc:sldMkLst>
        <pc:spChg chg="mod">
          <ac:chgData name="Nourhan Elhalawany" userId="93b468dd-bf64-4d7e-b127-986ec9ea3c2b" providerId="ADAL" clId="{8C83DCCB-57EA-41DD-99BA-A28273DABB63}" dt="2026-07-21T18:08:09.837" v="427" actId="20577"/>
          <ac:spMkLst>
            <pc:docMk/>
            <pc:sldMk cId="3697382512" sldId="1720"/>
            <ac:spMk id="2" creationId="{44753EBE-53F7-ABAB-AF2C-FAD74DDF6747}"/>
          </ac:spMkLst>
        </pc:spChg>
        <pc:spChg chg="mod">
          <ac:chgData name="Nourhan Elhalawany" userId="93b468dd-bf64-4d7e-b127-986ec9ea3c2b" providerId="ADAL" clId="{8C83DCCB-57EA-41DD-99BA-A28273DABB63}" dt="2026-07-21T18:08:09.884" v="428" actId="20577"/>
          <ac:spMkLst>
            <pc:docMk/>
            <pc:sldMk cId="3697382512" sldId="1720"/>
            <ac:spMk id="3" creationId="{02B68C44-1976-B5B8-AD61-0930F2DBDE16}"/>
          </ac:spMkLst>
        </pc:spChg>
      </pc:sldChg>
      <pc:sldChg chg="modSp add del mod modNotes">
        <pc:chgData name="Nourhan Elhalawany" userId="93b468dd-bf64-4d7e-b127-986ec9ea3c2b" providerId="ADAL" clId="{8C83DCCB-57EA-41DD-99BA-A28273DABB63}" dt="2026-07-21T18:42:55.593" v="573" actId="47"/>
        <pc:sldMkLst>
          <pc:docMk/>
          <pc:sldMk cId="2936986526" sldId="1721"/>
        </pc:sldMkLst>
        <pc:spChg chg="mod">
          <ac:chgData name="Nourhan Elhalawany" userId="93b468dd-bf64-4d7e-b127-986ec9ea3c2b" providerId="ADAL" clId="{8C83DCCB-57EA-41DD-99BA-A28273DABB63}" dt="2026-07-21T18:08:10.158" v="431" actId="20577"/>
          <ac:spMkLst>
            <pc:docMk/>
            <pc:sldMk cId="2936986526" sldId="1721"/>
            <ac:spMk id="2" creationId="{0C3D1DB5-A0E2-D235-DA99-75A03CFD1633}"/>
          </ac:spMkLst>
        </pc:spChg>
        <pc:spChg chg="mod">
          <ac:chgData name="Nourhan Elhalawany" userId="93b468dd-bf64-4d7e-b127-986ec9ea3c2b" providerId="ADAL" clId="{8C83DCCB-57EA-41DD-99BA-A28273DABB63}" dt="2026-07-21T18:08:10.322" v="436" actId="948"/>
          <ac:spMkLst>
            <pc:docMk/>
            <pc:sldMk cId="2936986526" sldId="1721"/>
            <ac:spMk id="3" creationId="{69D1BB16-6EBA-035A-BAB0-4EE755F164A3}"/>
          </ac:spMkLst>
        </pc:spChg>
      </pc:sldChg>
      <pc:sldChg chg="del">
        <pc:chgData name="Nourhan Elhalawany" userId="93b468dd-bf64-4d7e-b127-986ec9ea3c2b" providerId="ADAL" clId="{8C83DCCB-57EA-41DD-99BA-A28273DABB63}" dt="2026-07-21T18:08:01.483" v="366" actId="2696"/>
        <pc:sldMkLst>
          <pc:docMk/>
          <pc:sldMk cId="3520119672" sldId="1725"/>
        </pc:sldMkLst>
      </pc:sldChg>
      <pc:sldChg chg="del">
        <pc:chgData name="Nourhan Elhalawany" userId="93b468dd-bf64-4d7e-b127-986ec9ea3c2b" providerId="ADAL" clId="{8C83DCCB-57EA-41DD-99BA-A28273DABB63}" dt="2026-07-21T18:08:01.466" v="359" actId="2696"/>
        <pc:sldMkLst>
          <pc:docMk/>
          <pc:sldMk cId="1137524592" sldId="1726"/>
        </pc:sldMkLst>
      </pc:sldChg>
      <pc:sldChg chg="del">
        <pc:chgData name="Nourhan Elhalawany" userId="93b468dd-bf64-4d7e-b127-986ec9ea3c2b" providerId="ADAL" clId="{8C83DCCB-57EA-41DD-99BA-A28273DABB63}" dt="2026-07-21T18:08:01.461" v="357" actId="2696"/>
        <pc:sldMkLst>
          <pc:docMk/>
          <pc:sldMk cId="2529129603" sldId="1727"/>
        </pc:sldMkLst>
      </pc:sldChg>
      <pc:sldChg chg="del">
        <pc:chgData name="Nourhan Elhalawany" userId="93b468dd-bf64-4d7e-b127-986ec9ea3c2b" providerId="ADAL" clId="{8C83DCCB-57EA-41DD-99BA-A28273DABB63}" dt="2026-07-21T18:08:01.513" v="380" actId="2696"/>
        <pc:sldMkLst>
          <pc:docMk/>
          <pc:sldMk cId="3703696115" sldId="1728"/>
        </pc:sldMkLst>
      </pc:sldChg>
      <pc:sldChg chg="del">
        <pc:chgData name="Nourhan Elhalawany" userId="93b468dd-bf64-4d7e-b127-986ec9ea3c2b" providerId="ADAL" clId="{8C83DCCB-57EA-41DD-99BA-A28273DABB63}" dt="2026-07-21T18:08:01.507" v="377" actId="2696"/>
        <pc:sldMkLst>
          <pc:docMk/>
          <pc:sldMk cId="1384252652" sldId="1729"/>
        </pc:sldMkLst>
      </pc:sldChg>
      <pc:sldChg chg="del">
        <pc:chgData name="Nourhan Elhalawany" userId="93b468dd-bf64-4d7e-b127-986ec9ea3c2b" providerId="ADAL" clId="{8C83DCCB-57EA-41DD-99BA-A28273DABB63}" dt="2026-07-21T18:08:01.505" v="376" actId="2696"/>
        <pc:sldMkLst>
          <pc:docMk/>
          <pc:sldMk cId="3920178342" sldId="1730"/>
        </pc:sldMkLst>
      </pc:sldChg>
      <pc:sldChg chg="del">
        <pc:chgData name="Nourhan Elhalawany" userId="93b468dd-bf64-4d7e-b127-986ec9ea3c2b" providerId="ADAL" clId="{8C83DCCB-57EA-41DD-99BA-A28273DABB63}" dt="2026-07-21T18:08:01.503" v="375" actId="2696"/>
        <pc:sldMkLst>
          <pc:docMk/>
          <pc:sldMk cId="2598762187" sldId="1731"/>
        </pc:sldMkLst>
      </pc:sldChg>
      <pc:sldChg chg="del">
        <pc:chgData name="Nourhan Elhalawany" userId="93b468dd-bf64-4d7e-b127-986ec9ea3c2b" providerId="ADAL" clId="{8C83DCCB-57EA-41DD-99BA-A28273DABB63}" dt="2026-07-21T18:08:01.497" v="372" actId="2696"/>
        <pc:sldMkLst>
          <pc:docMk/>
          <pc:sldMk cId="70693490" sldId="1732"/>
        </pc:sldMkLst>
      </pc:sldChg>
      <pc:sldChg chg="del">
        <pc:chgData name="Nourhan Elhalawany" userId="93b468dd-bf64-4d7e-b127-986ec9ea3c2b" providerId="ADAL" clId="{8C83DCCB-57EA-41DD-99BA-A28273DABB63}" dt="2026-07-21T18:08:01.495" v="371" actId="2696"/>
        <pc:sldMkLst>
          <pc:docMk/>
          <pc:sldMk cId="2493029887" sldId="1733"/>
        </pc:sldMkLst>
      </pc:sldChg>
      <pc:sldChg chg="del">
        <pc:chgData name="Nourhan Elhalawany" userId="93b468dd-bf64-4d7e-b127-986ec9ea3c2b" providerId="ADAL" clId="{8C83DCCB-57EA-41DD-99BA-A28273DABB63}" dt="2026-07-21T18:08:01.493" v="370" actId="2696"/>
        <pc:sldMkLst>
          <pc:docMk/>
          <pc:sldMk cId="30873779" sldId="1734"/>
        </pc:sldMkLst>
      </pc:sldChg>
      <pc:sldChg chg="del">
        <pc:chgData name="Nourhan Elhalawany" userId="93b468dd-bf64-4d7e-b127-986ec9ea3c2b" providerId="ADAL" clId="{8C83DCCB-57EA-41DD-99BA-A28273DABB63}" dt="2026-07-21T18:08:01.479" v="365" actId="2696"/>
        <pc:sldMkLst>
          <pc:docMk/>
          <pc:sldMk cId="1773109822" sldId="1735"/>
        </pc:sldMkLst>
      </pc:sldChg>
      <pc:sldChg chg="del">
        <pc:chgData name="Nourhan Elhalawany" userId="93b468dd-bf64-4d7e-b127-986ec9ea3c2b" providerId="ADAL" clId="{8C83DCCB-57EA-41DD-99BA-A28273DABB63}" dt="2026-07-21T18:08:01.477" v="364" actId="2696"/>
        <pc:sldMkLst>
          <pc:docMk/>
          <pc:sldMk cId="724470665" sldId="1736"/>
        </pc:sldMkLst>
      </pc:sldChg>
      <pc:sldChg chg="del">
        <pc:chgData name="Nourhan Elhalawany" userId="93b468dd-bf64-4d7e-b127-986ec9ea3c2b" providerId="ADAL" clId="{8C83DCCB-57EA-41DD-99BA-A28273DABB63}" dt="2026-07-21T18:08:01.475" v="363" actId="2696"/>
        <pc:sldMkLst>
          <pc:docMk/>
          <pc:sldMk cId="2588033104" sldId="1737"/>
        </pc:sldMkLst>
      </pc:sldChg>
      <pc:sldChg chg="addSp modSp add del">
        <pc:chgData name="Nourhan Elhalawany" userId="93b468dd-bf64-4d7e-b127-986ec9ea3c2b" providerId="ADAL" clId="{8C83DCCB-57EA-41DD-99BA-A28273DABB63}" dt="2026-07-21T18:08:01.511" v="379" actId="2696"/>
        <pc:sldMkLst>
          <pc:docMk/>
          <pc:sldMk cId="843314992" sldId="1738"/>
        </pc:sldMkLst>
        <pc:spChg chg="add mod">
          <ac:chgData name="Nourhan Elhalawany" userId="93b468dd-bf64-4d7e-b127-986ec9ea3c2b" providerId="ADAL" clId="{8C83DCCB-57EA-41DD-99BA-A28273DABB63}" dt="2026-07-21T17:53:41.781" v="2"/>
          <ac:spMkLst>
            <pc:docMk/>
            <pc:sldMk cId="843314992" sldId="1738"/>
            <ac:spMk id="3" creationId="{871C8984-E2A8-AEEB-52C6-6EF846F6FCDA}"/>
          </ac:spMkLst>
        </pc:spChg>
        <pc:spChg chg="add mod">
          <ac:chgData name="Nourhan Elhalawany" userId="93b468dd-bf64-4d7e-b127-986ec9ea3c2b" providerId="ADAL" clId="{8C83DCCB-57EA-41DD-99BA-A28273DABB63}" dt="2026-07-21T17:53:41.892" v="7"/>
          <ac:spMkLst>
            <pc:docMk/>
            <pc:sldMk cId="843314992" sldId="1738"/>
            <ac:spMk id="6" creationId="{3CE5DCFB-99F8-7381-1CDA-A03FE39E17BF}"/>
          </ac:spMkLst>
        </pc:spChg>
        <pc:spChg chg="add mod">
          <ac:chgData name="Nourhan Elhalawany" userId="93b468dd-bf64-4d7e-b127-986ec9ea3c2b" providerId="ADAL" clId="{8C83DCCB-57EA-41DD-99BA-A28273DABB63}" dt="2026-07-21T17:53:41.950" v="15"/>
          <ac:spMkLst>
            <pc:docMk/>
            <pc:sldMk cId="843314992" sldId="1738"/>
            <ac:spMk id="7" creationId="{806642CC-2252-3020-E2A2-15C7AA37BDFB}"/>
          </ac:spMkLst>
        </pc:spChg>
        <pc:spChg chg="add">
          <ac:chgData name="Nourhan Elhalawany" userId="93b468dd-bf64-4d7e-b127-986ec9ea3c2b" providerId="ADAL" clId="{8C83DCCB-57EA-41DD-99BA-A28273DABB63}" dt="2026-07-21T17:53:41.955" v="16"/>
          <ac:spMkLst>
            <pc:docMk/>
            <pc:sldMk cId="843314992" sldId="1738"/>
            <ac:spMk id="8" creationId="{9174AA34-A0D2-13A9-EA3A-99E5E387A54A}"/>
          </ac:spMkLst>
        </pc:spChg>
        <pc:spChg chg="add mod">
          <ac:chgData name="Nourhan Elhalawany" userId="93b468dd-bf64-4d7e-b127-986ec9ea3c2b" providerId="ADAL" clId="{8C83DCCB-57EA-41DD-99BA-A28273DABB63}" dt="2026-07-21T17:53:41.971" v="19"/>
          <ac:spMkLst>
            <pc:docMk/>
            <pc:sldMk cId="843314992" sldId="1738"/>
            <ac:spMk id="9" creationId="{5254E6FE-DEB6-2547-D28A-95B51D72B633}"/>
          </ac:spMkLst>
        </pc:spChg>
        <pc:spChg chg="add mod">
          <ac:chgData name="Nourhan Elhalawany" userId="93b468dd-bf64-4d7e-b127-986ec9ea3c2b" providerId="ADAL" clId="{8C83DCCB-57EA-41DD-99BA-A28273DABB63}" dt="2026-07-21T17:53:41.986" v="27"/>
          <ac:spMkLst>
            <pc:docMk/>
            <pc:sldMk cId="843314992" sldId="1738"/>
            <ac:spMk id="10" creationId="{E3FC0550-F52E-BCE7-B374-5159AA07DEC0}"/>
          </ac:spMkLst>
        </pc:spChg>
        <pc:spChg chg="add">
          <ac:chgData name="Nourhan Elhalawany" userId="93b468dd-bf64-4d7e-b127-986ec9ea3c2b" providerId="ADAL" clId="{8C83DCCB-57EA-41DD-99BA-A28273DABB63}" dt="2026-07-21T17:53:41.986" v="28"/>
          <ac:spMkLst>
            <pc:docMk/>
            <pc:sldMk cId="843314992" sldId="1738"/>
            <ac:spMk id="11" creationId="{839E0544-67F1-A386-923D-E0044CE0D8D1}"/>
          </ac:spMkLst>
        </pc:spChg>
        <pc:spChg chg="add mod">
          <ac:chgData name="Nourhan Elhalawany" userId="93b468dd-bf64-4d7e-b127-986ec9ea3c2b" providerId="ADAL" clId="{8C83DCCB-57EA-41DD-99BA-A28273DABB63}" dt="2026-07-21T17:53:42.018" v="31"/>
          <ac:spMkLst>
            <pc:docMk/>
            <pc:sldMk cId="843314992" sldId="1738"/>
            <ac:spMk id="12" creationId="{1C573D63-AC61-FA92-F44D-1CE28A443C47}"/>
          </ac:spMkLst>
        </pc:spChg>
        <pc:spChg chg="add mod">
          <ac:chgData name="Nourhan Elhalawany" userId="93b468dd-bf64-4d7e-b127-986ec9ea3c2b" providerId="ADAL" clId="{8C83DCCB-57EA-41DD-99BA-A28273DABB63}" dt="2026-07-21T17:53:42.038" v="39"/>
          <ac:spMkLst>
            <pc:docMk/>
            <pc:sldMk cId="843314992" sldId="1738"/>
            <ac:spMk id="13" creationId="{EAC6B6CA-D6B5-4EE3-66FC-747A24A4E151}"/>
          </ac:spMkLst>
        </pc:spChg>
        <pc:spChg chg="add">
          <ac:chgData name="Nourhan Elhalawany" userId="93b468dd-bf64-4d7e-b127-986ec9ea3c2b" providerId="ADAL" clId="{8C83DCCB-57EA-41DD-99BA-A28273DABB63}" dt="2026-07-21T17:53:42.038" v="40"/>
          <ac:spMkLst>
            <pc:docMk/>
            <pc:sldMk cId="843314992" sldId="1738"/>
            <ac:spMk id="14" creationId="{FB789F17-0007-DFB6-F45A-A44BB994CE12}"/>
          </ac:spMkLst>
        </pc:spChg>
        <pc:spChg chg="add mod">
          <ac:chgData name="Nourhan Elhalawany" userId="93b468dd-bf64-4d7e-b127-986ec9ea3c2b" providerId="ADAL" clId="{8C83DCCB-57EA-41DD-99BA-A28273DABB63}" dt="2026-07-21T17:53:42.051" v="43"/>
          <ac:spMkLst>
            <pc:docMk/>
            <pc:sldMk cId="843314992" sldId="1738"/>
            <ac:spMk id="15" creationId="{F553754C-A532-24B6-8129-646C1E364903}"/>
          </ac:spMkLst>
        </pc:spChg>
        <pc:spChg chg="add mod">
          <ac:chgData name="Nourhan Elhalawany" userId="93b468dd-bf64-4d7e-b127-986ec9ea3c2b" providerId="ADAL" clId="{8C83DCCB-57EA-41DD-99BA-A28273DABB63}" dt="2026-07-21T17:53:42.081" v="51"/>
          <ac:spMkLst>
            <pc:docMk/>
            <pc:sldMk cId="843314992" sldId="1738"/>
            <ac:spMk id="16" creationId="{CF17D8F2-9087-6619-E9BB-2AC0DA67BD3F}"/>
          </ac:spMkLst>
        </pc:spChg>
        <pc:spChg chg="add">
          <ac:chgData name="Nourhan Elhalawany" userId="93b468dd-bf64-4d7e-b127-986ec9ea3c2b" providerId="ADAL" clId="{8C83DCCB-57EA-41DD-99BA-A28273DABB63}" dt="2026-07-21T17:53:42.081" v="52"/>
          <ac:spMkLst>
            <pc:docMk/>
            <pc:sldMk cId="843314992" sldId="1738"/>
            <ac:spMk id="17" creationId="{3FF31A9C-FC1B-7582-E82B-6D48C99CC5AB}"/>
          </ac:spMkLst>
        </pc:spChg>
        <pc:picChg chg="add mod">
          <ac:chgData name="Nourhan Elhalawany" userId="93b468dd-bf64-4d7e-b127-986ec9ea3c2b" providerId="ADAL" clId="{8C83DCCB-57EA-41DD-99BA-A28273DABB63}" dt="2026-07-21T17:53:41.828" v="4"/>
          <ac:picMkLst>
            <pc:docMk/>
            <pc:sldMk cId="843314992" sldId="1738"/>
            <ac:picMk id="5" creationId="{49C2ACCB-2A25-EE82-1E3A-450E7AB11A50}"/>
          </ac:picMkLst>
        </pc:picChg>
      </pc:sldChg>
      <pc:sldChg chg="addSp modSp add del">
        <pc:chgData name="Nourhan Elhalawany" userId="93b468dd-bf64-4d7e-b127-986ec9ea3c2b" providerId="ADAL" clId="{8C83DCCB-57EA-41DD-99BA-A28273DABB63}" dt="2026-07-21T18:08:01.501" v="374" actId="2696"/>
        <pc:sldMkLst>
          <pc:docMk/>
          <pc:sldMk cId="3862512522" sldId="1739"/>
        </pc:sldMkLst>
        <pc:spChg chg="add">
          <ac:chgData name="Nourhan Elhalawany" userId="93b468dd-bf64-4d7e-b127-986ec9ea3c2b" providerId="ADAL" clId="{8C83DCCB-57EA-41DD-99BA-A28273DABB63}" dt="2026-07-21T17:53:42.302" v="54"/>
          <ac:spMkLst>
            <pc:docMk/>
            <pc:sldMk cId="3862512522" sldId="1739"/>
            <ac:spMk id="3" creationId="{BE0090BE-22DA-EB14-878B-B675C1ECE524}"/>
          </ac:spMkLst>
        </pc:spChg>
        <pc:spChg chg="add mod">
          <ac:chgData name="Nourhan Elhalawany" userId="93b468dd-bf64-4d7e-b127-986ec9ea3c2b" providerId="ADAL" clId="{8C83DCCB-57EA-41DD-99BA-A28273DABB63}" dt="2026-07-21T17:53:42.318" v="56"/>
          <ac:spMkLst>
            <pc:docMk/>
            <pc:sldMk cId="3862512522" sldId="1739"/>
            <ac:spMk id="4" creationId="{917D0C15-BD14-6EDA-52C0-9DC050B0B80C}"/>
          </ac:spMkLst>
        </pc:spChg>
        <pc:spChg chg="add mod">
          <ac:chgData name="Nourhan Elhalawany" userId="93b468dd-bf64-4d7e-b127-986ec9ea3c2b" providerId="ADAL" clId="{8C83DCCB-57EA-41DD-99BA-A28273DABB63}" dt="2026-07-21T17:53:42.333" v="61"/>
          <ac:spMkLst>
            <pc:docMk/>
            <pc:sldMk cId="3862512522" sldId="1739"/>
            <ac:spMk id="7" creationId="{A30BBC19-D8DA-9231-FDA4-891402DDF2EA}"/>
          </ac:spMkLst>
        </pc:spChg>
        <pc:spChg chg="add mod">
          <ac:chgData name="Nourhan Elhalawany" userId="93b468dd-bf64-4d7e-b127-986ec9ea3c2b" providerId="ADAL" clId="{8C83DCCB-57EA-41DD-99BA-A28273DABB63}" dt="2026-07-21T17:53:42.349" v="69"/>
          <ac:spMkLst>
            <pc:docMk/>
            <pc:sldMk cId="3862512522" sldId="1739"/>
            <ac:spMk id="8" creationId="{CE7CF3EE-CB83-2F4A-7EF6-F42409C44034}"/>
          </ac:spMkLst>
        </pc:spChg>
        <pc:spChg chg="add">
          <ac:chgData name="Nourhan Elhalawany" userId="93b468dd-bf64-4d7e-b127-986ec9ea3c2b" providerId="ADAL" clId="{8C83DCCB-57EA-41DD-99BA-A28273DABB63}" dt="2026-07-21T17:53:42.349" v="70"/>
          <ac:spMkLst>
            <pc:docMk/>
            <pc:sldMk cId="3862512522" sldId="1739"/>
            <ac:spMk id="9" creationId="{445178EC-050C-4734-5255-D181DF07A512}"/>
          </ac:spMkLst>
        </pc:spChg>
        <pc:spChg chg="add mod">
          <ac:chgData name="Nourhan Elhalawany" userId="93b468dd-bf64-4d7e-b127-986ec9ea3c2b" providerId="ADAL" clId="{8C83DCCB-57EA-41DD-99BA-A28273DABB63}" dt="2026-07-21T17:53:42.366" v="73"/>
          <ac:spMkLst>
            <pc:docMk/>
            <pc:sldMk cId="3862512522" sldId="1739"/>
            <ac:spMk id="10" creationId="{DED13D9E-E2C4-C70C-74C8-DE39C233F58C}"/>
          </ac:spMkLst>
        </pc:spChg>
        <pc:spChg chg="add mod">
          <ac:chgData name="Nourhan Elhalawany" userId="93b468dd-bf64-4d7e-b127-986ec9ea3c2b" providerId="ADAL" clId="{8C83DCCB-57EA-41DD-99BA-A28273DABB63}" dt="2026-07-21T17:53:42.397" v="81"/>
          <ac:spMkLst>
            <pc:docMk/>
            <pc:sldMk cId="3862512522" sldId="1739"/>
            <ac:spMk id="11" creationId="{2860902C-D307-2380-0B6E-586256646FBA}"/>
          </ac:spMkLst>
        </pc:spChg>
        <pc:spChg chg="add">
          <ac:chgData name="Nourhan Elhalawany" userId="93b468dd-bf64-4d7e-b127-986ec9ea3c2b" providerId="ADAL" clId="{8C83DCCB-57EA-41DD-99BA-A28273DABB63}" dt="2026-07-21T17:53:42.397" v="82"/>
          <ac:spMkLst>
            <pc:docMk/>
            <pc:sldMk cId="3862512522" sldId="1739"/>
            <ac:spMk id="12" creationId="{6403A7EC-810D-228C-058B-9C1E63071428}"/>
          </ac:spMkLst>
        </pc:spChg>
        <pc:spChg chg="add mod">
          <ac:chgData name="Nourhan Elhalawany" userId="93b468dd-bf64-4d7e-b127-986ec9ea3c2b" providerId="ADAL" clId="{8C83DCCB-57EA-41DD-99BA-A28273DABB63}" dt="2026-07-21T17:53:42.412" v="85"/>
          <ac:spMkLst>
            <pc:docMk/>
            <pc:sldMk cId="3862512522" sldId="1739"/>
            <ac:spMk id="13" creationId="{32A67809-BAE3-AB07-538C-5B4E62308681}"/>
          </ac:spMkLst>
        </pc:spChg>
        <pc:spChg chg="add">
          <ac:chgData name="Nourhan Elhalawany" userId="93b468dd-bf64-4d7e-b127-986ec9ea3c2b" providerId="ADAL" clId="{8C83DCCB-57EA-41DD-99BA-A28273DABB63}" dt="2026-07-21T17:53:42.412" v="86"/>
          <ac:spMkLst>
            <pc:docMk/>
            <pc:sldMk cId="3862512522" sldId="1739"/>
            <ac:spMk id="14" creationId="{424D3148-915B-DB5E-7EF1-68D3E7DFA1C6}"/>
          </ac:spMkLst>
        </pc:spChg>
        <pc:spChg chg="add">
          <ac:chgData name="Nourhan Elhalawany" userId="93b468dd-bf64-4d7e-b127-986ec9ea3c2b" providerId="ADAL" clId="{8C83DCCB-57EA-41DD-99BA-A28273DABB63}" dt="2026-07-21T17:53:42.428" v="87"/>
          <ac:spMkLst>
            <pc:docMk/>
            <pc:sldMk cId="3862512522" sldId="1739"/>
            <ac:spMk id="15" creationId="{2AD41828-DB29-A6E3-88F7-FF8C309D03B8}"/>
          </ac:spMkLst>
        </pc:spChg>
        <pc:spChg chg="add mod">
          <ac:chgData name="Nourhan Elhalawany" userId="93b468dd-bf64-4d7e-b127-986ec9ea3c2b" providerId="ADAL" clId="{8C83DCCB-57EA-41DD-99BA-A28273DABB63}" dt="2026-07-21T17:53:42.445" v="90"/>
          <ac:spMkLst>
            <pc:docMk/>
            <pc:sldMk cId="3862512522" sldId="1739"/>
            <ac:spMk id="16" creationId="{3D024AEA-63FD-32AD-CAC5-28C172401C57}"/>
          </ac:spMkLst>
        </pc:spChg>
        <pc:spChg chg="add mod">
          <ac:chgData name="Nourhan Elhalawany" userId="93b468dd-bf64-4d7e-b127-986ec9ea3c2b" providerId="ADAL" clId="{8C83DCCB-57EA-41DD-99BA-A28273DABB63}" dt="2026-07-21T17:53:42.476" v="98"/>
          <ac:spMkLst>
            <pc:docMk/>
            <pc:sldMk cId="3862512522" sldId="1739"/>
            <ac:spMk id="17" creationId="{568B6131-10C9-54D8-F7D2-BA6A12D1C113}"/>
          </ac:spMkLst>
        </pc:spChg>
        <pc:spChg chg="add">
          <ac:chgData name="Nourhan Elhalawany" userId="93b468dd-bf64-4d7e-b127-986ec9ea3c2b" providerId="ADAL" clId="{8C83DCCB-57EA-41DD-99BA-A28273DABB63}" dt="2026-07-21T17:53:42.476" v="99"/>
          <ac:spMkLst>
            <pc:docMk/>
            <pc:sldMk cId="3862512522" sldId="1739"/>
            <ac:spMk id="18" creationId="{06D928F1-8528-B310-7B4B-6B1D907B8AC2}"/>
          </ac:spMkLst>
        </pc:spChg>
        <pc:picChg chg="add mod">
          <ac:chgData name="Nourhan Elhalawany" userId="93b468dd-bf64-4d7e-b127-986ec9ea3c2b" providerId="ADAL" clId="{8C83DCCB-57EA-41DD-99BA-A28273DABB63}" dt="2026-07-21T17:53:42.318" v="58"/>
          <ac:picMkLst>
            <pc:docMk/>
            <pc:sldMk cId="3862512522" sldId="1739"/>
            <ac:picMk id="6" creationId="{F1CCAA8F-E5D3-9337-A822-6BF606BB85A8}"/>
          </ac:picMkLst>
        </pc:picChg>
      </pc:sldChg>
      <pc:sldChg chg="addSp modSp add del">
        <pc:chgData name="Nourhan Elhalawany" userId="93b468dd-bf64-4d7e-b127-986ec9ea3c2b" providerId="ADAL" clId="{8C83DCCB-57EA-41DD-99BA-A28273DABB63}" dt="2026-07-21T18:08:01.488" v="369" actId="2696"/>
        <pc:sldMkLst>
          <pc:docMk/>
          <pc:sldMk cId="3426361685" sldId="1740"/>
        </pc:sldMkLst>
        <pc:spChg chg="add">
          <ac:chgData name="Nourhan Elhalawany" userId="93b468dd-bf64-4d7e-b127-986ec9ea3c2b" providerId="ADAL" clId="{8C83DCCB-57EA-41DD-99BA-A28273DABB63}" dt="2026-07-21T17:53:42.523" v="101"/>
          <ac:spMkLst>
            <pc:docMk/>
            <pc:sldMk cId="3426361685" sldId="1740"/>
            <ac:spMk id="3" creationId="{BF9B908B-FB73-F1B8-8589-12997860FEE1}"/>
          </ac:spMkLst>
        </pc:spChg>
        <pc:spChg chg="add mod">
          <ac:chgData name="Nourhan Elhalawany" userId="93b468dd-bf64-4d7e-b127-986ec9ea3c2b" providerId="ADAL" clId="{8C83DCCB-57EA-41DD-99BA-A28273DABB63}" dt="2026-07-21T17:53:42.538" v="103"/>
          <ac:spMkLst>
            <pc:docMk/>
            <pc:sldMk cId="3426361685" sldId="1740"/>
            <ac:spMk id="4" creationId="{DF405CC8-7A89-585D-A333-5A5E08ED9A28}"/>
          </ac:spMkLst>
        </pc:spChg>
        <pc:spChg chg="add mod">
          <ac:chgData name="Nourhan Elhalawany" userId="93b468dd-bf64-4d7e-b127-986ec9ea3c2b" providerId="ADAL" clId="{8C83DCCB-57EA-41DD-99BA-A28273DABB63}" dt="2026-07-21T17:53:42.554" v="108"/>
          <ac:spMkLst>
            <pc:docMk/>
            <pc:sldMk cId="3426361685" sldId="1740"/>
            <ac:spMk id="7" creationId="{8755275B-559A-D3F6-537E-B89950428500}"/>
          </ac:spMkLst>
        </pc:spChg>
        <pc:spChg chg="add mod">
          <ac:chgData name="Nourhan Elhalawany" userId="93b468dd-bf64-4d7e-b127-986ec9ea3c2b" providerId="ADAL" clId="{8C83DCCB-57EA-41DD-99BA-A28273DABB63}" dt="2026-07-21T17:53:42.570" v="116"/>
          <ac:spMkLst>
            <pc:docMk/>
            <pc:sldMk cId="3426361685" sldId="1740"/>
            <ac:spMk id="8" creationId="{62290E1A-A341-867B-EDD1-8CA2338ACA14}"/>
          </ac:spMkLst>
        </pc:spChg>
        <pc:spChg chg="add">
          <ac:chgData name="Nourhan Elhalawany" userId="93b468dd-bf64-4d7e-b127-986ec9ea3c2b" providerId="ADAL" clId="{8C83DCCB-57EA-41DD-99BA-A28273DABB63}" dt="2026-07-21T17:53:42.586" v="117"/>
          <ac:spMkLst>
            <pc:docMk/>
            <pc:sldMk cId="3426361685" sldId="1740"/>
            <ac:spMk id="9" creationId="{9D3EFC30-063E-CEAD-95A7-D7452526B743}"/>
          </ac:spMkLst>
        </pc:spChg>
        <pc:spChg chg="add mod">
          <ac:chgData name="Nourhan Elhalawany" userId="93b468dd-bf64-4d7e-b127-986ec9ea3c2b" providerId="ADAL" clId="{8C83DCCB-57EA-41DD-99BA-A28273DABB63}" dt="2026-07-21T17:53:42.602" v="120"/>
          <ac:spMkLst>
            <pc:docMk/>
            <pc:sldMk cId="3426361685" sldId="1740"/>
            <ac:spMk id="10" creationId="{6F9E9BD2-42F5-FCDD-CC19-39725A3BF0BD}"/>
          </ac:spMkLst>
        </pc:spChg>
        <pc:spChg chg="add mod">
          <ac:chgData name="Nourhan Elhalawany" userId="93b468dd-bf64-4d7e-b127-986ec9ea3c2b" providerId="ADAL" clId="{8C83DCCB-57EA-41DD-99BA-A28273DABB63}" dt="2026-07-21T17:53:42.617" v="128"/>
          <ac:spMkLst>
            <pc:docMk/>
            <pc:sldMk cId="3426361685" sldId="1740"/>
            <ac:spMk id="11" creationId="{28F8D9DB-0618-6126-E95C-7C1DD1AABCFD}"/>
          </ac:spMkLst>
        </pc:spChg>
        <pc:spChg chg="add">
          <ac:chgData name="Nourhan Elhalawany" userId="93b468dd-bf64-4d7e-b127-986ec9ea3c2b" providerId="ADAL" clId="{8C83DCCB-57EA-41DD-99BA-A28273DABB63}" dt="2026-07-21T17:53:42.617" v="129"/>
          <ac:spMkLst>
            <pc:docMk/>
            <pc:sldMk cId="3426361685" sldId="1740"/>
            <ac:spMk id="12" creationId="{E9CA78C8-9F76-88C9-CAD2-411D38209EF5}"/>
          </ac:spMkLst>
        </pc:spChg>
        <pc:spChg chg="add mod">
          <ac:chgData name="Nourhan Elhalawany" userId="93b468dd-bf64-4d7e-b127-986ec9ea3c2b" providerId="ADAL" clId="{8C83DCCB-57EA-41DD-99BA-A28273DABB63}" dt="2026-07-21T17:53:42.634" v="132"/>
          <ac:spMkLst>
            <pc:docMk/>
            <pc:sldMk cId="3426361685" sldId="1740"/>
            <ac:spMk id="13" creationId="{96319925-4ED0-1FDE-60B1-DAE216CEC3FB}"/>
          </ac:spMkLst>
        </pc:spChg>
        <pc:spChg chg="add mod">
          <ac:chgData name="Nourhan Elhalawany" userId="93b468dd-bf64-4d7e-b127-986ec9ea3c2b" providerId="ADAL" clId="{8C83DCCB-57EA-41DD-99BA-A28273DABB63}" dt="2026-07-21T17:53:42.666" v="140"/>
          <ac:spMkLst>
            <pc:docMk/>
            <pc:sldMk cId="3426361685" sldId="1740"/>
            <ac:spMk id="14" creationId="{FC6E993C-3DD3-128C-C3E8-00508732275B}"/>
          </ac:spMkLst>
        </pc:spChg>
        <pc:spChg chg="add">
          <ac:chgData name="Nourhan Elhalawany" userId="93b468dd-bf64-4d7e-b127-986ec9ea3c2b" providerId="ADAL" clId="{8C83DCCB-57EA-41DD-99BA-A28273DABB63}" dt="2026-07-21T17:53:42.666" v="141"/>
          <ac:spMkLst>
            <pc:docMk/>
            <pc:sldMk cId="3426361685" sldId="1740"/>
            <ac:spMk id="15" creationId="{69C656BD-E913-8CBC-C9B6-B41F393B1991}"/>
          </ac:spMkLst>
        </pc:spChg>
        <pc:picChg chg="add mod">
          <ac:chgData name="Nourhan Elhalawany" userId="93b468dd-bf64-4d7e-b127-986ec9ea3c2b" providerId="ADAL" clId="{8C83DCCB-57EA-41DD-99BA-A28273DABB63}" dt="2026-07-21T17:53:42.538" v="105"/>
          <ac:picMkLst>
            <pc:docMk/>
            <pc:sldMk cId="3426361685" sldId="1740"/>
            <ac:picMk id="6" creationId="{71D5C731-2679-D1A3-669D-B3645C56C30A}"/>
          </ac:picMkLst>
        </pc:picChg>
      </pc:sldChg>
      <pc:sldChg chg="addSp modSp add del">
        <pc:chgData name="Nourhan Elhalawany" userId="93b468dd-bf64-4d7e-b127-986ec9ea3c2b" providerId="ADAL" clId="{8C83DCCB-57EA-41DD-99BA-A28273DABB63}" dt="2026-07-21T18:08:01.487" v="368" actId="2696"/>
        <pc:sldMkLst>
          <pc:docMk/>
          <pc:sldMk cId="475491706" sldId="1741"/>
        </pc:sldMkLst>
        <pc:spChg chg="add">
          <ac:chgData name="Nourhan Elhalawany" userId="93b468dd-bf64-4d7e-b127-986ec9ea3c2b" providerId="ADAL" clId="{8C83DCCB-57EA-41DD-99BA-A28273DABB63}" dt="2026-07-21T17:53:42.712" v="143"/>
          <ac:spMkLst>
            <pc:docMk/>
            <pc:sldMk cId="475491706" sldId="1741"/>
            <ac:spMk id="3" creationId="{2D2F2BF7-BB09-7684-F32D-87D1181CE211}"/>
          </ac:spMkLst>
        </pc:spChg>
        <pc:spChg chg="add mod">
          <ac:chgData name="Nourhan Elhalawany" userId="93b468dd-bf64-4d7e-b127-986ec9ea3c2b" providerId="ADAL" clId="{8C83DCCB-57EA-41DD-99BA-A28273DABB63}" dt="2026-07-21T17:53:42.728" v="145"/>
          <ac:spMkLst>
            <pc:docMk/>
            <pc:sldMk cId="475491706" sldId="1741"/>
            <ac:spMk id="4" creationId="{5F14A100-FA30-031B-BE38-9E0EC7CA97AE}"/>
          </ac:spMkLst>
        </pc:spChg>
        <pc:spChg chg="add mod">
          <ac:chgData name="Nourhan Elhalawany" userId="93b468dd-bf64-4d7e-b127-986ec9ea3c2b" providerId="ADAL" clId="{8C83DCCB-57EA-41DD-99BA-A28273DABB63}" dt="2026-07-21T17:53:42.744" v="150"/>
          <ac:spMkLst>
            <pc:docMk/>
            <pc:sldMk cId="475491706" sldId="1741"/>
            <ac:spMk id="7" creationId="{3E78F366-433F-83AF-4D10-E9F2FE352428}"/>
          </ac:spMkLst>
        </pc:spChg>
        <pc:spChg chg="add mod">
          <ac:chgData name="Nourhan Elhalawany" userId="93b468dd-bf64-4d7e-b127-986ec9ea3c2b" providerId="ADAL" clId="{8C83DCCB-57EA-41DD-99BA-A28273DABB63}" dt="2026-07-21T17:53:42.766" v="158"/>
          <ac:spMkLst>
            <pc:docMk/>
            <pc:sldMk cId="475491706" sldId="1741"/>
            <ac:spMk id="8" creationId="{890642CA-5002-9492-390F-45EF5AF49005}"/>
          </ac:spMkLst>
        </pc:spChg>
        <pc:spChg chg="add">
          <ac:chgData name="Nourhan Elhalawany" userId="93b468dd-bf64-4d7e-b127-986ec9ea3c2b" providerId="ADAL" clId="{8C83DCCB-57EA-41DD-99BA-A28273DABB63}" dt="2026-07-21T17:53:42.766" v="159"/>
          <ac:spMkLst>
            <pc:docMk/>
            <pc:sldMk cId="475491706" sldId="1741"/>
            <ac:spMk id="9" creationId="{D9D6156F-3DDE-858B-9691-829FD2A1DB2D}"/>
          </ac:spMkLst>
        </pc:spChg>
        <pc:spChg chg="add mod">
          <ac:chgData name="Nourhan Elhalawany" userId="93b468dd-bf64-4d7e-b127-986ec9ea3c2b" providerId="ADAL" clId="{8C83DCCB-57EA-41DD-99BA-A28273DABB63}" dt="2026-07-21T17:53:42.776" v="162"/>
          <ac:spMkLst>
            <pc:docMk/>
            <pc:sldMk cId="475491706" sldId="1741"/>
            <ac:spMk id="10" creationId="{B59E91DF-E646-C8CF-71CE-392033670D05}"/>
          </ac:spMkLst>
        </pc:spChg>
        <pc:spChg chg="add mod">
          <ac:chgData name="Nourhan Elhalawany" userId="93b468dd-bf64-4d7e-b127-986ec9ea3c2b" providerId="ADAL" clId="{8C83DCCB-57EA-41DD-99BA-A28273DABB63}" dt="2026-07-21T17:53:42.809" v="170"/>
          <ac:spMkLst>
            <pc:docMk/>
            <pc:sldMk cId="475491706" sldId="1741"/>
            <ac:spMk id="11" creationId="{026AC08C-AA76-BCCF-3C63-B35E47CB696B}"/>
          </ac:spMkLst>
        </pc:spChg>
        <pc:spChg chg="add">
          <ac:chgData name="Nourhan Elhalawany" userId="93b468dd-bf64-4d7e-b127-986ec9ea3c2b" providerId="ADAL" clId="{8C83DCCB-57EA-41DD-99BA-A28273DABB63}" dt="2026-07-21T17:53:42.809" v="171"/>
          <ac:spMkLst>
            <pc:docMk/>
            <pc:sldMk cId="475491706" sldId="1741"/>
            <ac:spMk id="12" creationId="{287B6329-0872-2576-8673-BA81843ACE14}"/>
          </ac:spMkLst>
        </pc:spChg>
        <pc:spChg chg="add mod">
          <ac:chgData name="Nourhan Elhalawany" userId="93b468dd-bf64-4d7e-b127-986ec9ea3c2b" providerId="ADAL" clId="{8C83DCCB-57EA-41DD-99BA-A28273DABB63}" dt="2026-07-21T17:53:42.824" v="174"/>
          <ac:spMkLst>
            <pc:docMk/>
            <pc:sldMk cId="475491706" sldId="1741"/>
            <ac:spMk id="13" creationId="{A54C5916-CF31-BCA2-D791-603F331A99C9}"/>
          </ac:spMkLst>
        </pc:spChg>
        <pc:spChg chg="add mod">
          <ac:chgData name="Nourhan Elhalawany" userId="93b468dd-bf64-4d7e-b127-986ec9ea3c2b" providerId="ADAL" clId="{8C83DCCB-57EA-41DD-99BA-A28273DABB63}" dt="2026-07-21T17:53:42.854" v="182"/>
          <ac:spMkLst>
            <pc:docMk/>
            <pc:sldMk cId="475491706" sldId="1741"/>
            <ac:spMk id="14" creationId="{AD857758-3AFA-D8D1-D2F0-734646384F8E}"/>
          </ac:spMkLst>
        </pc:spChg>
        <pc:spChg chg="add">
          <ac:chgData name="Nourhan Elhalawany" userId="93b468dd-bf64-4d7e-b127-986ec9ea3c2b" providerId="ADAL" clId="{8C83DCCB-57EA-41DD-99BA-A28273DABB63}" dt="2026-07-21T17:53:42.854" v="183"/>
          <ac:spMkLst>
            <pc:docMk/>
            <pc:sldMk cId="475491706" sldId="1741"/>
            <ac:spMk id="15" creationId="{C4A05389-D30E-E8AA-8264-BB640501C1D9}"/>
          </ac:spMkLst>
        </pc:spChg>
        <pc:picChg chg="add mod">
          <ac:chgData name="Nourhan Elhalawany" userId="93b468dd-bf64-4d7e-b127-986ec9ea3c2b" providerId="ADAL" clId="{8C83DCCB-57EA-41DD-99BA-A28273DABB63}" dt="2026-07-21T17:53:42.728" v="147"/>
          <ac:picMkLst>
            <pc:docMk/>
            <pc:sldMk cId="475491706" sldId="1741"/>
            <ac:picMk id="6" creationId="{9931A294-2B5E-8C02-639B-722B7D5DB5AF}"/>
          </ac:picMkLst>
        </pc:picChg>
      </pc:sldChg>
      <pc:sldChg chg="addSp modSp add del">
        <pc:chgData name="Nourhan Elhalawany" userId="93b468dd-bf64-4d7e-b127-986ec9ea3c2b" providerId="ADAL" clId="{8C83DCCB-57EA-41DD-99BA-A28273DABB63}" dt="2026-07-21T18:08:01.485" v="367" actId="2696"/>
        <pc:sldMkLst>
          <pc:docMk/>
          <pc:sldMk cId="561525018" sldId="1742"/>
        </pc:sldMkLst>
        <pc:spChg chg="add">
          <ac:chgData name="Nourhan Elhalawany" userId="93b468dd-bf64-4d7e-b127-986ec9ea3c2b" providerId="ADAL" clId="{8C83DCCB-57EA-41DD-99BA-A28273DABB63}" dt="2026-07-21T17:53:42.904" v="185"/>
          <ac:spMkLst>
            <pc:docMk/>
            <pc:sldMk cId="561525018" sldId="1742"/>
            <ac:spMk id="3" creationId="{2BABA058-D441-351D-3578-C31CC71E9C0D}"/>
          </ac:spMkLst>
        </pc:spChg>
        <pc:spChg chg="add mod">
          <ac:chgData name="Nourhan Elhalawany" userId="93b468dd-bf64-4d7e-b127-986ec9ea3c2b" providerId="ADAL" clId="{8C83DCCB-57EA-41DD-99BA-A28273DABB63}" dt="2026-07-21T17:53:42.917" v="187"/>
          <ac:spMkLst>
            <pc:docMk/>
            <pc:sldMk cId="561525018" sldId="1742"/>
            <ac:spMk id="4" creationId="{6BFF25A3-4D11-253A-A02B-937102F07B63}"/>
          </ac:spMkLst>
        </pc:spChg>
        <pc:spChg chg="add mod">
          <ac:chgData name="Nourhan Elhalawany" userId="93b468dd-bf64-4d7e-b127-986ec9ea3c2b" providerId="ADAL" clId="{8C83DCCB-57EA-41DD-99BA-A28273DABB63}" dt="2026-07-21T17:53:42.934" v="192"/>
          <ac:spMkLst>
            <pc:docMk/>
            <pc:sldMk cId="561525018" sldId="1742"/>
            <ac:spMk id="7" creationId="{19EF54B4-9900-2258-F431-C2928DB6EE99}"/>
          </ac:spMkLst>
        </pc:spChg>
        <pc:spChg chg="add mod">
          <ac:chgData name="Nourhan Elhalawany" userId="93b468dd-bf64-4d7e-b127-986ec9ea3c2b" providerId="ADAL" clId="{8C83DCCB-57EA-41DD-99BA-A28273DABB63}" dt="2026-07-21T17:53:42.948" v="200"/>
          <ac:spMkLst>
            <pc:docMk/>
            <pc:sldMk cId="561525018" sldId="1742"/>
            <ac:spMk id="8" creationId="{2364D94D-B924-3303-959A-797D3657433F}"/>
          </ac:spMkLst>
        </pc:spChg>
        <pc:spChg chg="add">
          <ac:chgData name="Nourhan Elhalawany" userId="93b468dd-bf64-4d7e-b127-986ec9ea3c2b" providerId="ADAL" clId="{8C83DCCB-57EA-41DD-99BA-A28273DABB63}" dt="2026-07-21T17:53:42.948" v="201"/>
          <ac:spMkLst>
            <pc:docMk/>
            <pc:sldMk cId="561525018" sldId="1742"/>
            <ac:spMk id="9" creationId="{849042AA-DB7F-A138-A829-9FD1CD78C19D}"/>
          </ac:spMkLst>
        </pc:spChg>
        <pc:spChg chg="add mod">
          <ac:chgData name="Nourhan Elhalawany" userId="93b468dd-bf64-4d7e-b127-986ec9ea3c2b" providerId="ADAL" clId="{8C83DCCB-57EA-41DD-99BA-A28273DABB63}" dt="2026-07-21T17:53:42.979" v="204"/>
          <ac:spMkLst>
            <pc:docMk/>
            <pc:sldMk cId="561525018" sldId="1742"/>
            <ac:spMk id="10" creationId="{DFE2DCA5-EB81-BE7C-D7AF-E56271DD1E87}"/>
          </ac:spMkLst>
        </pc:spChg>
        <pc:spChg chg="add mod">
          <ac:chgData name="Nourhan Elhalawany" userId="93b468dd-bf64-4d7e-b127-986ec9ea3c2b" providerId="ADAL" clId="{8C83DCCB-57EA-41DD-99BA-A28273DABB63}" dt="2026-07-21T17:53:42.995" v="212"/>
          <ac:spMkLst>
            <pc:docMk/>
            <pc:sldMk cId="561525018" sldId="1742"/>
            <ac:spMk id="11" creationId="{0E08B69A-76DE-BB8F-F77D-8B0C1257A32E}"/>
          </ac:spMkLst>
        </pc:spChg>
        <pc:spChg chg="add">
          <ac:chgData name="Nourhan Elhalawany" userId="93b468dd-bf64-4d7e-b127-986ec9ea3c2b" providerId="ADAL" clId="{8C83DCCB-57EA-41DD-99BA-A28273DABB63}" dt="2026-07-21T17:53:42.995" v="213"/>
          <ac:spMkLst>
            <pc:docMk/>
            <pc:sldMk cId="561525018" sldId="1742"/>
            <ac:spMk id="12" creationId="{A1500649-6DAC-FBF5-DBD4-294B0D13E8DC}"/>
          </ac:spMkLst>
        </pc:spChg>
        <pc:spChg chg="add mod">
          <ac:chgData name="Nourhan Elhalawany" userId="93b468dd-bf64-4d7e-b127-986ec9ea3c2b" providerId="ADAL" clId="{8C83DCCB-57EA-41DD-99BA-A28273DABB63}" dt="2026-07-21T17:53:43.011" v="216"/>
          <ac:spMkLst>
            <pc:docMk/>
            <pc:sldMk cId="561525018" sldId="1742"/>
            <ac:spMk id="13" creationId="{50002C5D-FDBA-4645-876C-9BDC6EC5151A}"/>
          </ac:spMkLst>
        </pc:spChg>
        <pc:spChg chg="add mod">
          <ac:chgData name="Nourhan Elhalawany" userId="93b468dd-bf64-4d7e-b127-986ec9ea3c2b" providerId="ADAL" clId="{8C83DCCB-57EA-41DD-99BA-A28273DABB63}" dt="2026-07-21T17:53:43.027" v="224"/>
          <ac:spMkLst>
            <pc:docMk/>
            <pc:sldMk cId="561525018" sldId="1742"/>
            <ac:spMk id="14" creationId="{8A509276-F44F-7DB9-B6B2-A87A5ADE60D6}"/>
          </ac:spMkLst>
        </pc:spChg>
        <pc:spChg chg="add">
          <ac:chgData name="Nourhan Elhalawany" userId="93b468dd-bf64-4d7e-b127-986ec9ea3c2b" providerId="ADAL" clId="{8C83DCCB-57EA-41DD-99BA-A28273DABB63}" dt="2026-07-21T17:53:43.043" v="225"/>
          <ac:spMkLst>
            <pc:docMk/>
            <pc:sldMk cId="561525018" sldId="1742"/>
            <ac:spMk id="15" creationId="{72812DA6-93BA-9713-61C0-2A00F0695700}"/>
          </ac:spMkLst>
        </pc:spChg>
        <pc:picChg chg="add mod">
          <ac:chgData name="Nourhan Elhalawany" userId="93b468dd-bf64-4d7e-b127-986ec9ea3c2b" providerId="ADAL" clId="{8C83DCCB-57EA-41DD-99BA-A28273DABB63}" dt="2026-07-21T17:53:42.917" v="189"/>
          <ac:picMkLst>
            <pc:docMk/>
            <pc:sldMk cId="561525018" sldId="1742"/>
            <ac:picMk id="6" creationId="{7D14C9C5-D938-5BB4-E261-640A32BA6EDF}"/>
          </ac:picMkLst>
        </pc:picChg>
      </pc:sldChg>
      <pc:sldChg chg="addSp modSp add del">
        <pc:chgData name="Nourhan Elhalawany" userId="93b468dd-bf64-4d7e-b127-986ec9ea3c2b" providerId="ADAL" clId="{8C83DCCB-57EA-41DD-99BA-A28273DABB63}" dt="2026-07-21T18:08:01.472" v="362" actId="2696"/>
        <pc:sldMkLst>
          <pc:docMk/>
          <pc:sldMk cId="2893274244" sldId="1743"/>
        </pc:sldMkLst>
        <pc:spChg chg="add">
          <ac:chgData name="Nourhan Elhalawany" userId="93b468dd-bf64-4d7e-b127-986ec9ea3c2b" providerId="ADAL" clId="{8C83DCCB-57EA-41DD-99BA-A28273DABB63}" dt="2026-07-21T17:53:43.100" v="227"/>
          <ac:spMkLst>
            <pc:docMk/>
            <pc:sldMk cId="2893274244" sldId="1743"/>
            <ac:spMk id="3" creationId="{9C8556B4-8609-34E1-597A-255864EA13FD}"/>
          </ac:spMkLst>
        </pc:spChg>
        <pc:spChg chg="add mod">
          <ac:chgData name="Nourhan Elhalawany" userId="93b468dd-bf64-4d7e-b127-986ec9ea3c2b" providerId="ADAL" clId="{8C83DCCB-57EA-41DD-99BA-A28273DABB63}" dt="2026-07-21T17:53:43.121" v="229"/>
          <ac:spMkLst>
            <pc:docMk/>
            <pc:sldMk cId="2893274244" sldId="1743"/>
            <ac:spMk id="4" creationId="{C9B8C880-F25A-7D85-F9B5-367D4DA9AEA8}"/>
          </ac:spMkLst>
        </pc:spChg>
        <pc:spChg chg="add mod">
          <ac:chgData name="Nourhan Elhalawany" userId="93b468dd-bf64-4d7e-b127-986ec9ea3c2b" providerId="ADAL" clId="{8C83DCCB-57EA-41DD-99BA-A28273DABB63}" dt="2026-07-21T17:53:43.126" v="234"/>
          <ac:spMkLst>
            <pc:docMk/>
            <pc:sldMk cId="2893274244" sldId="1743"/>
            <ac:spMk id="7" creationId="{04B5AC2F-4A21-A89D-5333-B007682C4FE2}"/>
          </ac:spMkLst>
        </pc:spChg>
        <pc:spChg chg="add mod">
          <ac:chgData name="Nourhan Elhalawany" userId="93b468dd-bf64-4d7e-b127-986ec9ea3c2b" providerId="ADAL" clId="{8C83DCCB-57EA-41DD-99BA-A28273DABB63}" dt="2026-07-21T17:53:43.154" v="242"/>
          <ac:spMkLst>
            <pc:docMk/>
            <pc:sldMk cId="2893274244" sldId="1743"/>
            <ac:spMk id="8" creationId="{2075CC2E-EC76-9614-B8DF-4C9286B458B9}"/>
          </ac:spMkLst>
        </pc:spChg>
        <pc:spChg chg="add">
          <ac:chgData name="Nourhan Elhalawany" userId="93b468dd-bf64-4d7e-b127-986ec9ea3c2b" providerId="ADAL" clId="{8C83DCCB-57EA-41DD-99BA-A28273DABB63}" dt="2026-07-21T17:53:43.154" v="243"/>
          <ac:spMkLst>
            <pc:docMk/>
            <pc:sldMk cId="2893274244" sldId="1743"/>
            <ac:spMk id="9" creationId="{374042E7-5193-A1DC-B5B6-11E24D4BC292}"/>
          </ac:spMkLst>
        </pc:spChg>
        <pc:spChg chg="add mod">
          <ac:chgData name="Nourhan Elhalawany" userId="93b468dd-bf64-4d7e-b127-986ec9ea3c2b" providerId="ADAL" clId="{8C83DCCB-57EA-41DD-99BA-A28273DABB63}" dt="2026-07-21T17:53:43.172" v="246"/>
          <ac:spMkLst>
            <pc:docMk/>
            <pc:sldMk cId="2893274244" sldId="1743"/>
            <ac:spMk id="10" creationId="{F2D958DB-18A6-7CA4-B4A5-56DCFB20FDA2}"/>
          </ac:spMkLst>
        </pc:spChg>
        <pc:spChg chg="add mod">
          <ac:chgData name="Nourhan Elhalawany" userId="93b468dd-bf64-4d7e-b127-986ec9ea3c2b" providerId="ADAL" clId="{8C83DCCB-57EA-41DD-99BA-A28273DABB63}" dt="2026-07-21T17:53:43.186" v="254"/>
          <ac:spMkLst>
            <pc:docMk/>
            <pc:sldMk cId="2893274244" sldId="1743"/>
            <ac:spMk id="11" creationId="{2C71ED8D-0CAB-AC71-C163-DBA5ACA8791D}"/>
          </ac:spMkLst>
        </pc:spChg>
        <pc:spChg chg="add">
          <ac:chgData name="Nourhan Elhalawany" userId="93b468dd-bf64-4d7e-b127-986ec9ea3c2b" providerId="ADAL" clId="{8C83DCCB-57EA-41DD-99BA-A28273DABB63}" dt="2026-07-21T17:53:43.202" v="255"/>
          <ac:spMkLst>
            <pc:docMk/>
            <pc:sldMk cId="2893274244" sldId="1743"/>
            <ac:spMk id="12" creationId="{CB060DE9-65B0-A062-6EFB-0BD0EE17E8BD}"/>
          </ac:spMkLst>
        </pc:spChg>
        <pc:spChg chg="add mod">
          <ac:chgData name="Nourhan Elhalawany" userId="93b468dd-bf64-4d7e-b127-986ec9ea3c2b" providerId="ADAL" clId="{8C83DCCB-57EA-41DD-99BA-A28273DABB63}" dt="2026-07-21T17:53:43.218" v="258"/>
          <ac:spMkLst>
            <pc:docMk/>
            <pc:sldMk cId="2893274244" sldId="1743"/>
            <ac:spMk id="13" creationId="{0359D665-01FD-9573-AF1A-B48DC4CA9D17}"/>
          </ac:spMkLst>
        </pc:spChg>
        <pc:spChg chg="add mod">
          <ac:chgData name="Nourhan Elhalawany" userId="93b468dd-bf64-4d7e-b127-986ec9ea3c2b" providerId="ADAL" clId="{8C83DCCB-57EA-41DD-99BA-A28273DABB63}" dt="2026-07-21T17:53:43.245" v="266"/>
          <ac:spMkLst>
            <pc:docMk/>
            <pc:sldMk cId="2893274244" sldId="1743"/>
            <ac:spMk id="14" creationId="{5B29F6E7-2C49-5CC2-3CCF-49F7F55EBBAB}"/>
          </ac:spMkLst>
        </pc:spChg>
        <pc:spChg chg="add">
          <ac:chgData name="Nourhan Elhalawany" userId="93b468dd-bf64-4d7e-b127-986ec9ea3c2b" providerId="ADAL" clId="{8C83DCCB-57EA-41DD-99BA-A28273DABB63}" dt="2026-07-21T17:53:43.245" v="267"/>
          <ac:spMkLst>
            <pc:docMk/>
            <pc:sldMk cId="2893274244" sldId="1743"/>
            <ac:spMk id="15" creationId="{8BB9F401-494D-ABEC-3DD5-6D8C541F4AB4}"/>
          </ac:spMkLst>
        </pc:spChg>
        <pc:picChg chg="add mod">
          <ac:chgData name="Nourhan Elhalawany" userId="93b468dd-bf64-4d7e-b127-986ec9ea3c2b" providerId="ADAL" clId="{8C83DCCB-57EA-41DD-99BA-A28273DABB63}" dt="2026-07-21T17:53:43.124" v="231"/>
          <ac:picMkLst>
            <pc:docMk/>
            <pc:sldMk cId="2893274244" sldId="1743"/>
            <ac:picMk id="6" creationId="{3C197CD2-DE5A-83CD-59A7-B73308E2FE2D}"/>
          </ac:picMkLst>
        </pc:picChg>
      </pc:sldChg>
      <pc:sldChg chg="addSp modSp add del">
        <pc:chgData name="Nourhan Elhalawany" userId="93b468dd-bf64-4d7e-b127-986ec9ea3c2b" providerId="ADAL" clId="{8C83DCCB-57EA-41DD-99BA-A28273DABB63}" dt="2026-07-21T18:08:01.470" v="361" actId="2696"/>
        <pc:sldMkLst>
          <pc:docMk/>
          <pc:sldMk cId="166676497" sldId="1744"/>
        </pc:sldMkLst>
        <pc:spChg chg="add">
          <ac:chgData name="Nourhan Elhalawany" userId="93b468dd-bf64-4d7e-b127-986ec9ea3c2b" providerId="ADAL" clId="{8C83DCCB-57EA-41DD-99BA-A28273DABB63}" dt="2026-07-21T17:53:43.299" v="269"/>
          <ac:spMkLst>
            <pc:docMk/>
            <pc:sldMk cId="166676497" sldId="1744"/>
            <ac:spMk id="3" creationId="{9A38F9B4-7629-1D32-B66F-58D89C322BD6}"/>
          </ac:spMkLst>
        </pc:spChg>
        <pc:spChg chg="add mod">
          <ac:chgData name="Nourhan Elhalawany" userId="93b468dd-bf64-4d7e-b127-986ec9ea3c2b" providerId="ADAL" clId="{8C83DCCB-57EA-41DD-99BA-A28273DABB63}" dt="2026-07-21T17:53:43.321" v="271"/>
          <ac:spMkLst>
            <pc:docMk/>
            <pc:sldMk cId="166676497" sldId="1744"/>
            <ac:spMk id="4" creationId="{D00093DC-302E-CDF8-09C0-F171020D1EE8}"/>
          </ac:spMkLst>
        </pc:spChg>
        <pc:spChg chg="add mod">
          <ac:chgData name="Nourhan Elhalawany" userId="93b468dd-bf64-4d7e-b127-986ec9ea3c2b" providerId="ADAL" clId="{8C83DCCB-57EA-41DD-99BA-A28273DABB63}" dt="2026-07-21T17:53:43.335" v="276"/>
          <ac:spMkLst>
            <pc:docMk/>
            <pc:sldMk cId="166676497" sldId="1744"/>
            <ac:spMk id="7" creationId="{AC58DBD7-290F-590A-F8CC-01EFB9921F5E}"/>
          </ac:spMkLst>
        </pc:spChg>
        <pc:spChg chg="add mod">
          <ac:chgData name="Nourhan Elhalawany" userId="93b468dd-bf64-4d7e-b127-986ec9ea3c2b" providerId="ADAL" clId="{8C83DCCB-57EA-41DD-99BA-A28273DABB63}" dt="2026-07-21T17:53:43.361" v="284"/>
          <ac:spMkLst>
            <pc:docMk/>
            <pc:sldMk cId="166676497" sldId="1744"/>
            <ac:spMk id="8" creationId="{0731F309-87A9-F52B-470B-3228E0CABDE7}"/>
          </ac:spMkLst>
        </pc:spChg>
        <pc:spChg chg="add">
          <ac:chgData name="Nourhan Elhalawany" userId="93b468dd-bf64-4d7e-b127-986ec9ea3c2b" providerId="ADAL" clId="{8C83DCCB-57EA-41DD-99BA-A28273DABB63}" dt="2026-07-21T17:53:43.361" v="285"/>
          <ac:spMkLst>
            <pc:docMk/>
            <pc:sldMk cId="166676497" sldId="1744"/>
            <ac:spMk id="9" creationId="{E3D06702-059C-F138-5AA9-18C1101D2518}"/>
          </ac:spMkLst>
        </pc:spChg>
        <pc:spChg chg="add mod">
          <ac:chgData name="Nourhan Elhalawany" userId="93b468dd-bf64-4d7e-b127-986ec9ea3c2b" providerId="ADAL" clId="{8C83DCCB-57EA-41DD-99BA-A28273DABB63}" dt="2026-07-21T17:53:43.377" v="288"/>
          <ac:spMkLst>
            <pc:docMk/>
            <pc:sldMk cId="166676497" sldId="1744"/>
            <ac:spMk id="10" creationId="{7FAA1B5C-8430-B761-D8C1-2B62F61A841F}"/>
          </ac:spMkLst>
        </pc:spChg>
        <pc:spChg chg="add mod">
          <ac:chgData name="Nourhan Elhalawany" userId="93b468dd-bf64-4d7e-b127-986ec9ea3c2b" providerId="ADAL" clId="{8C83DCCB-57EA-41DD-99BA-A28273DABB63}" dt="2026-07-21T17:53:43.402" v="296"/>
          <ac:spMkLst>
            <pc:docMk/>
            <pc:sldMk cId="166676497" sldId="1744"/>
            <ac:spMk id="11" creationId="{3A517CCF-19EB-9189-4FBA-796E78F685F9}"/>
          </ac:spMkLst>
        </pc:spChg>
        <pc:spChg chg="add">
          <ac:chgData name="Nourhan Elhalawany" userId="93b468dd-bf64-4d7e-b127-986ec9ea3c2b" providerId="ADAL" clId="{8C83DCCB-57EA-41DD-99BA-A28273DABB63}" dt="2026-07-21T17:53:43.402" v="297"/>
          <ac:spMkLst>
            <pc:docMk/>
            <pc:sldMk cId="166676497" sldId="1744"/>
            <ac:spMk id="12" creationId="{5AC55454-A916-90AB-1022-E0726AA3A78E}"/>
          </ac:spMkLst>
        </pc:spChg>
        <pc:spChg chg="add mod">
          <ac:chgData name="Nourhan Elhalawany" userId="93b468dd-bf64-4d7e-b127-986ec9ea3c2b" providerId="ADAL" clId="{8C83DCCB-57EA-41DD-99BA-A28273DABB63}" dt="2026-07-21T17:53:43.424" v="300"/>
          <ac:spMkLst>
            <pc:docMk/>
            <pc:sldMk cId="166676497" sldId="1744"/>
            <ac:spMk id="13" creationId="{0F0D61B2-4BFE-1097-DAD2-CCE30915D9B7}"/>
          </ac:spMkLst>
        </pc:spChg>
        <pc:spChg chg="add mod">
          <ac:chgData name="Nourhan Elhalawany" userId="93b468dd-bf64-4d7e-b127-986ec9ea3c2b" providerId="ADAL" clId="{8C83DCCB-57EA-41DD-99BA-A28273DABB63}" dt="2026-07-21T17:53:43.441" v="308"/>
          <ac:spMkLst>
            <pc:docMk/>
            <pc:sldMk cId="166676497" sldId="1744"/>
            <ac:spMk id="14" creationId="{8240B092-DCAC-E1F0-B0E8-FABEE2EEC1F0}"/>
          </ac:spMkLst>
        </pc:spChg>
        <pc:spChg chg="add">
          <ac:chgData name="Nourhan Elhalawany" userId="93b468dd-bf64-4d7e-b127-986ec9ea3c2b" providerId="ADAL" clId="{8C83DCCB-57EA-41DD-99BA-A28273DABB63}" dt="2026-07-21T17:53:43.441" v="309"/>
          <ac:spMkLst>
            <pc:docMk/>
            <pc:sldMk cId="166676497" sldId="1744"/>
            <ac:spMk id="15" creationId="{6E2E4978-7865-ECD8-42AB-013E6B066DC6}"/>
          </ac:spMkLst>
        </pc:spChg>
        <pc:picChg chg="add mod">
          <ac:chgData name="Nourhan Elhalawany" userId="93b468dd-bf64-4d7e-b127-986ec9ea3c2b" providerId="ADAL" clId="{8C83DCCB-57EA-41DD-99BA-A28273DABB63}" dt="2026-07-21T17:53:43.321" v="273"/>
          <ac:picMkLst>
            <pc:docMk/>
            <pc:sldMk cId="166676497" sldId="1744"/>
            <ac:picMk id="6" creationId="{A17A0D8C-7983-8A44-5A96-BEB5A2185D51}"/>
          </ac:picMkLst>
        </pc:picChg>
      </pc:sldChg>
      <pc:sldChg chg="addSp modSp add del">
        <pc:chgData name="Nourhan Elhalawany" userId="93b468dd-bf64-4d7e-b127-986ec9ea3c2b" providerId="ADAL" clId="{8C83DCCB-57EA-41DD-99BA-A28273DABB63}" dt="2026-07-21T18:08:01.468" v="360" actId="2696"/>
        <pc:sldMkLst>
          <pc:docMk/>
          <pc:sldMk cId="888932757" sldId="1745"/>
        </pc:sldMkLst>
        <pc:spChg chg="add">
          <ac:chgData name="Nourhan Elhalawany" userId="93b468dd-bf64-4d7e-b127-986ec9ea3c2b" providerId="ADAL" clId="{8C83DCCB-57EA-41DD-99BA-A28273DABB63}" dt="2026-07-21T17:53:43.507" v="311"/>
          <ac:spMkLst>
            <pc:docMk/>
            <pc:sldMk cId="888932757" sldId="1745"/>
            <ac:spMk id="3" creationId="{C2F1406A-E016-8371-4315-3A0ACDAB11B5}"/>
          </ac:spMkLst>
        </pc:spChg>
        <pc:spChg chg="add mod">
          <ac:chgData name="Nourhan Elhalawany" userId="93b468dd-bf64-4d7e-b127-986ec9ea3c2b" providerId="ADAL" clId="{8C83DCCB-57EA-41DD-99BA-A28273DABB63}" dt="2026-07-21T17:53:43.531" v="313"/>
          <ac:spMkLst>
            <pc:docMk/>
            <pc:sldMk cId="888932757" sldId="1745"/>
            <ac:spMk id="4" creationId="{43E3FFBF-FA16-F471-083F-BAD0F2EBD8DB}"/>
          </ac:spMkLst>
        </pc:spChg>
        <pc:spChg chg="add mod">
          <ac:chgData name="Nourhan Elhalawany" userId="93b468dd-bf64-4d7e-b127-986ec9ea3c2b" providerId="ADAL" clId="{8C83DCCB-57EA-41DD-99BA-A28273DABB63}" dt="2026-07-21T17:53:43.537" v="318"/>
          <ac:spMkLst>
            <pc:docMk/>
            <pc:sldMk cId="888932757" sldId="1745"/>
            <ac:spMk id="7" creationId="{34F1B48F-A77C-2E0C-D00E-D97D81B3FF7E}"/>
          </ac:spMkLst>
        </pc:spChg>
        <pc:spChg chg="add mod">
          <ac:chgData name="Nourhan Elhalawany" userId="93b468dd-bf64-4d7e-b127-986ec9ea3c2b" providerId="ADAL" clId="{8C83DCCB-57EA-41DD-99BA-A28273DABB63}" dt="2026-07-21T17:53:43.569" v="326"/>
          <ac:spMkLst>
            <pc:docMk/>
            <pc:sldMk cId="888932757" sldId="1745"/>
            <ac:spMk id="8" creationId="{F75E9A23-C89C-02D2-9039-5628EA29355E}"/>
          </ac:spMkLst>
        </pc:spChg>
        <pc:spChg chg="add">
          <ac:chgData name="Nourhan Elhalawany" userId="93b468dd-bf64-4d7e-b127-986ec9ea3c2b" providerId="ADAL" clId="{8C83DCCB-57EA-41DD-99BA-A28273DABB63}" dt="2026-07-21T17:53:43.571" v="327"/>
          <ac:spMkLst>
            <pc:docMk/>
            <pc:sldMk cId="888932757" sldId="1745"/>
            <ac:spMk id="9" creationId="{54C1EDEA-A95C-B3E6-F723-B4A78E8A494D}"/>
          </ac:spMkLst>
        </pc:spChg>
        <pc:spChg chg="add mod">
          <ac:chgData name="Nourhan Elhalawany" userId="93b468dd-bf64-4d7e-b127-986ec9ea3c2b" providerId="ADAL" clId="{8C83DCCB-57EA-41DD-99BA-A28273DABB63}" dt="2026-07-21T17:53:43.590" v="330"/>
          <ac:spMkLst>
            <pc:docMk/>
            <pc:sldMk cId="888932757" sldId="1745"/>
            <ac:spMk id="10" creationId="{07AD0CC7-97B2-23A2-2264-FC3D0DE88CD9}"/>
          </ac:spMkLst>
        </pc:spChg>
        <pc:spChg chg="add mod">
          <ac:chgData name="Nourhan Elhalawany" userId="93b468dd-bf64-4d7e-b127-986ec9ea3c2b" providerId="ADAL" clId="{8C83DCCB-57EA-41DD-99BA-A28273DABB63}" dt="2026-07-21T17:53:43.613" v="338"/>
          <ac:spMkLst>
            <pc:docMk/>
            <pc:sldMk cId="888932757" sldId="1745"/>
            <ac:spMk id="11" creationId="{B3FE3FE2-00B5-74F8-27D0-66E9D78DD7DA}"/>
          </ac:spMkLst>
        </pc:spChg>
        <pc:spChg chg="add">
          <ac:chgData name="Nourhan Elhalawany" userId="93b468dd-bf64-4d7e-b127-986ec9ea3c2b" providerId="ADAL" clId="{8C83DCCB-57EA-41DD-99BA-A28273DABB63}" dt="2026-07-21T17:53:43.613" v="339"/>
          <ac:spMkLst>
            <pc:docMk/>
            <pc:sldMk cId="888932757" sldId="1745"/>
            <ac:spMk id="12" creationId="{20A6AF8A-F321-13DF-A101-C35197FEC32A}"/>
          </ac:spMkLst>
        </pc:spChg>
        <pc:spChg chg="add mod">
          <ac:chgData name="Nourhan Elhalawany" userId="93b468dd-bf64-4d7e-b127-986ec9ea3c2b" providerId="ADAL" clId="{8C83DCCB-57EA-41DD-99BA-A28273DABB63}" dt="2026-07-21T17:53:43.634" v="342"/>
          <ac:spMkLst>
            <pc:docMk/>
            <pc:sldMk cId="888932757" sldId="1745"/>
            <ac:spMk id="13" creationId="{D341C6DE-C37F-B354-8990-800ED9E2B849}"/>
          </ac:spMkLst>
        </pc:spChg>
        <pc:spChg chg="add mod">
          <ac:chgData name="Nourhan Elhalawany" userId="93b468dd-bf64-4d7e-b127-986ec9ea3c2b" providerId="ADAL" clId="{8C83DCCB-57EA-41DD-99BA-A28273DABB63}" dt="2026-07-21T17:53:43.657" v="350"/>
          <ac:spMkLst>
            <pc:docMk/>
            <pc:sldMk cId="888932757" sldId="1745"/>
            <ac:spMk id="14" creationId="{7FA9A515-862A-8376-1C6C-1FE351316845}"/>
          </ac:spMkLst>
        </pc:spChg>
        <pc:spChg chg="add">
          <ac:chgData name="Nourhan Elhalawany" userId="93b468dd-bf64-4d7e-b127-986ec9ea3c2b" providerId="ADAL" clId="{8C83DCCB-57EA-41DD-99BA-A28273DABB63}" dt="2026-07-21T17:53:43.657" v="351"/>
          <ac:spMkLst>
            <pc:docMk/>
            <pc:sldMk cId="888932757" sldId="1745"/>
            <ac:spMk id="15" creationId="{94657668-09F8-C97E-AC95-E7922A927F33}"/>
          </ac:spMkLst>
        </pc:spChg>
        <pc:picChg chg="add mod">
          <ac:chgData name="Nourhan Elhalawany" userId="93b468dd-bf64-4d7e-b127-986ec9ea3c2b" providerId="ADAL" clId="{8C83DCCB-57EA-41DD-99BA-A28273DABB63}" dt="2026-07-21T17:53:43.537" v="315"/>
          <ac:picMkLst>
            <pc:docMk/>
            <pc:sldMk cId="888932757" sldId="1745"/>
            <ac:picMk id="6" creationId="{0BBA8675-E66E-BC50-6643-E6E71025D4B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C2349C-0442-28BE-CBD0-1F3F917EFA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3D69DB-7178-7F46-B7A5-84188C6A6F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7625" y="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19C72D-3C7F-40D0-96A4-36CCF440BC6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1878AB-4B39-8F1F-5255-E91A605C8D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FB8299-4CAF-93EF-13B3-BF36AA8FA3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7625" y="9444038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845316-D416-49C1-8867-9EA8B9F47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27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7636" y="0"/>
            <a:ext cx="2951163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03A4C4-38B8-4859-B918-029A045B2A8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5825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84835"/>
            <a:ext cx="544830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51163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7636" y="9443662"/>
            <a:ext cx="2951163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B46AE-C4B5-482D-99D5-52B579412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5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group. Introduce yourself and the purpose: this session translates the Voice QMF 2026 scorecard - specifically the 40-point Soft Skills section - into practical habits agents can use on every call. Set expectations: interactive, not a lecture; agents will practice out loud, play two short games, run role-plays, and finish with a live Kahoot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50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RECOMMENDED DURATION: 2.5 hours (150 minutes) including one 10-minute break, best placed right after the Tone Twist Challenge game.
Lean option: if only 2 hours are available, cut Role-Play to 2 scenarios and trim the Kahoot round to 5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94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Ask the group: "What's the first thing you notice about a stranger's voice on the phone?" Take 2-3 answers before moving into the Soft Skills block. This is a quick mindset-setter, not a deep 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85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biggest scoring section on the Voice QMF 2026 - 40 of 100 points across 9 behaviors. We will go through them in three clusters of three, with a hands-on activity after each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39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ACTIVITY: Two volunteers greet live - group scores warmth 1-5 on fingers. There's no second chance at a first impression - the first 2 seconds set the tone for the whole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49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ACTIVITY: Practice weaving a customer's name into 3 sentences - open, middle, close. If the name isn't in the system, ask once, politely, then use it consistently - watch for overuse.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61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ACTIVITY: Say This Not That drill and the Tone Twist Challenge game (up next) make this tangible - bridge straight into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35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each AVOID line aloud in a flat/dismissive tone first, then read the USE INSTEAD line warmly - let the group hear the contrast. Ask agents to suggest one more phrase they catch themselves saying.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94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ACTIVITY (Your Turn Now): Read a short complaint aloud - agent paraphrases it back in one sentence before offering a solution. Everything downstream depends on hearing the request correctly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36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ACTIVITY: Contrast a flat, recited empathy line against a warm, situation-specific one - read both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7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HABIT: Echo back what you heard before acting - "So you'd like to move your flight to the 14th, let me check that."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90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Pick a sentence from today's call topics, e.g. "I'm sorry, but that fare is non-refundable."
Agent reads it 3 times: annoyed, robotic, then warm.
Group discusses which version a real customer would respond best to.
Repeat with a second sentence - agent self-scores their warm delivery.
Scoring: 1 point for each tone clearly distinguishable, 2 bonus points if the "warm" version sounds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91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ACTIVITY: Role-play the 3-step hold habit as a pair until it's automatic.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30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LINE: "Treat every interaction as an opportunity, not just a question to close."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954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Closure is remembered as vividly as the opening - don't let a great call end on a flat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2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Pick a policy topic (baggage allowance, refund process, or rebooking) and start a 60-second timer.
Explain it as if speaking to a first-time flyer.
Group discusses: any jargon, filler words, or unclear steps?
Repeat the explainer, aiming to trim time while keeping clarity.
Scoring: full points for finishing under 60 seconds with zero jargon; deduct a point per jargon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4379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Coach plays the customer, agent responds live, then the group debriefs together. No scripts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572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Delayed Flight: a passenger is upset about a 3-hour delay and missed connection.
The Baggage Complaint: a customer's bag arrived damaged and they are raising their voice.
The Fare Dispute: a customer insists they were charged incorrectly for extra baggage.
Coach plays the caller for each scenario; a different agent responds live each time. Keep each role-play to 3-4 minutes, then debrief for 2-3 minutes.
Debrief questions: What went well? Where did you feel stuck? What phrase would you change next time?
Watch for: Empathy before solutioning, Active Listening, Ownership, and proper 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838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checklist mirrors the 9 Soft Skills categories on the Voice QMF 2026 exactly - use it as a self-rating tool after listening back to a recorded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63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Have the Kahoot game already created and the join PIN ready to display before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57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SETUP (before the session): create a free quiz at kahoot.com, add the 8 questions below, and have the game PIN ready to project. Agents join on their own phones at kahoot.it.
1. A customer calls and there is silence for 5 seconds before you speak. What went wrong? -&gt; Opening is too slow - greet within 1-2 seconds
2. The system shows the customer's name as "Fatima." How should you use it? -&gt; Use it naturally 2-3 times through the call
3. Which of these is a BEHAVIOURAL CRITICAL (instant fail)? -&gt; Rude or dismissive tone toward the passenger
4. Active Listening is worth how many points on the Soft Skills scorecard? -&gt; 6
5. Which is the correct hold procedure? -&gt; Ask permission, give a reason, thank them after
6. A customer is frustrated about a delay. What should you do BEFORE offering a solution? -&gt; Acknowledge and show empathy first
7. What must you do before ending a call? -&gt; Ask if there's anything else, thank them, close professionally
8. "Every interaction is an opportunity, not just a question to close" describes which QMF category? -&gt; Proactivity &amp; Ownership
Keep it fast-paced and fun - this is an energiser and a knowledge check, not a formal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009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OPTION A - Paper handout: print the separate one-page Action Plan handout and hand one to each agent to fill in during this slide.
OPTION B - Digital via QR code: create a short 3-question form in SurveyMonkey / Google Forms / Microsoft Forms asking: (1) One thing I will practice this week, (2) A phrase or habit I will start using, (3) What I'd like my coach to check in on. Generate a QR code and paste it into the placeholder box on this slide before you present.
Coach should follow up on these commitments within 1-2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9192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the floor. Close by re-stating the 9 QMF Soft Skills categories are exactly what will be observed on their next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B46AE-C4B5-482D-99D5-52B579412D6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65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A1230D9E-5D54-4F2F-B425-78D7DD9A2A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2418" y="3043551"/>
            <a:ext cx="4261695" cy="2200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D1730C-1655-4DED-9E39-837DC227FA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47190" y="983647"/>
            <a:ext cx="7216909" cy="283414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0F9D92F4-D311-9AD2-3686-04949BD00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955" y="636677"/>
            <a:ext cx="5538158" cy="1325563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337BB7-2FE4-EDE2-F3C6-6A8EF5BDA6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05461" y="5141673"/>
            <a:ext cx="3648075" cy="569913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 algn="l">
              <a:buNone/>
              <a:defRPr sz="1100"/>
            </a:lvl5pPr>
          </a:lstStyle>
          <a:p>
            <a:pPr lvl="4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539AAD-8C8D-CA12-87D7-76CBB13C4DC5}"/>
              </a:ext>
            </a:extLst>
          </p:cNvPr>
          <p:cNvSpPr/>
          <p:nvPr userDrawn="1"/>
        </p:nvSpPr>
        <p:spPr>
          <a:xfrm rot="5400000">
            <a:off x="11320732" y="3272333"/>
            <a:ext cx="1552755" cy="1897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2557862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5F4E5B-062E-8974-87F3-A560331DCA31}"/>
              </a:ext>
            </a:extLst>
          </p:cNvPr>
          <p:cNvSpPr/>
          <p:nvPr userDrawn="1"/>
        </p:nvSpPr>
        <p:spPr>
          <a:xfrm rot="5400000">
            <a:off x="11320732" y="3272333"/>
            <a:ext cx="1552755" cy="1897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2717467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2B1DF8-006E-2D68-1969-1B9A5398C5C8}"/>
              </a:ext>
            </a:extLst>
          </p:cNvPr>
          <p:cNvSpPr/>
          <p:nvPr userDrawn="1"/>
        </p:nvSpPr>
        <p:spPr>
          <a:xfrm rot="5400000">
            <a:off x="11320732" y="3272333"/>
            <a:ext cx="1552755" cy="1897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403460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B51305-16C0-4D3D-8453-435F060971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6449" y="5025862"/>
            <a:ext cx="3580148" cy="126647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9722AE1-A6EF-2D74-2F33-F9F1949EB712}"/>
              </a:ext>
            </a:extLst>
          </p:cNvPr>
          <p:cNvSpPr/>
          <p:nvPr userDrawn="1"/>
        </p:nvSpPr>
        <p:spPr>
          <a:xfrm rot="5400000">
            <a:off x="11320732" y="3272333"/>
            <a:ext cx="1552755" cy="1897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4151917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DF66E1-72C8-41BE-9219-7131F88A6BE0}"/>
              </a:ext>
            </a:extLst>
          </p:cNvPr>
          <p:cNvSpPr/>
          <p:nvPr userDrawn="1"/>
        </p:nvSpPr>
        <p:spPr>
          <a:xfrm>
            <a:off x="0" y="-1"/>
            <a:ext cx="12192000" cy="5906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DAB1C-DBA3-471C-8B84-285B7B889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68964"/>
            <a:ext cx="10515600" cy="1695875"/>
          </a:xfrm>
        </p:spPr>
        <p:txBody>
          <a:bodyPr anchor="b">
            <a:normAutofit/>
          </a:bodyPr>
          <a:lstStyle>
            <a:lvl1pPr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2F37895-2AAF-41D0-A11D-7C776BB6B9E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3725092"/>
            <a:ext cx="10515600" cy="110455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What is it about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18C5E4-B014-4065-A180-CE2EF12474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503" y="6046667"/>
            <a:ext cx="1887853" cy="6678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AD0439-218B-E301-6387-5BA38B312ACC}"/>
              </a:ext>
            </a:extLst>
          </p:cNvPr>
          <p:cNvSpPr/>
          <p:nvPr userDrawn="1"/>
        </p:nvSpPr>
        <p:spPr>
          <a:xfrm rot="5400000">
            <a:off x="11320732" y="3272333"/>
            <a:ext cx="1552755" cy="1897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38667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DAB1C-DBA3-471C-8B84-285B7B889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68964"/>
            <a:ext cx="10515600" cy="1695875"/>
          </a:xfrm>
        </p:spPr>
        <p:txBody>
          <a:bodyPr anchor="b">
            <a:normAutofit/>
          </a:bodyPr>
          <a:lstStyle>
            <a:lvl1pPr>
              <a:defRPr sz="7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7192-8054-416A-8AE8-2D4E0E4D1DA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88981"/>
            <a:ext cx="10515600" cy="458688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2F37895-2AAF-41D0-A11D-7C776BB6B9E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3717823"/>
            <a:ext cx="10515600" cy="110455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What is it about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18C5E4-B014-4065-A180-CE2EF12474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503" y="6046667"/>
            <a:ext cx="1887853" cy="6678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A67AEF-7867-42D8-970F-9A552250E406}"/>
              </a:ext>
            </a:extLst>
          </p:cNvPr>
          <p:cNvSpPr/>
          <p:nvPr userDrawn="1"/>
        </p:nvSpPr>
        <p:spPr>
          <a:xfrm rot="5400000">
            <a:off x="11320732" y="3272333"/>
            <a:ext cx="1552755" cy="1897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1533044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43161C-4D60-460A-88A5-F783CA1AF2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503" y="6046667"/>
            <a:ext cx="1887853" cy="6678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164CB2C-C151-ED76-F99C-E92DCA4E5773}"/>
              </a:ext>
            </a:extLst>
          </p:cNvPr>
          <p:cNvSpPr/>
          <p:nvPr userDrawn="1"/>
        </p:nvSpPr>
        <p:spPr>
          <a:xfrm rot="5400000">
            <a:off x="11320732" y="3272333"/>
            <a:ext cx="1552755" cy="1897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594352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76279E3-CD7A-4994-976D-79A401E6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1297" y="6262904"/>
            <a:ext cx="2743200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6A16337B-03CB-4D88-BAB8-0D8AFF2837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1F8E00-4EF8-447A-B1AF-B41985D71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503" y="6046667"/>
            <a:ext cx="1887853" cy="667828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26BDDDA5-D915-64F7-9F62-40B40C4DC1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9265"/>
            <a:ext cx="10515600" cy="700444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F19632-1F50-60B3-5811-D012346F43BB}"/>
              </a:ext>
            </a:extLst>
          </p:cNvPr>
          <p:cNvSpPr/>
          <p:nvPr userDrawn="1"/>
        </p:nvSpPr>
        <p:spPr>
          <a:xfrm rot="5400000">
            <a:off x="11320732" y="3272333"/>
            <a:ext cx="1552755" cy="1897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15336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9C2F5-DF98-49B0-A870-4919A12A5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4951"/>
            <a:ext cx="10515600" cy="470863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3349892-A1D6-4107-ADEF-F42D75411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1297" y="6262904"/>
            <a:ext cx="2743200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6A16337B-03CB-4D88-BAB8-0D8AFF2837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1C43A9-4AF0-4D9C-9A91-5370558735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503" y="6046667"/>
            <a:ext cx="1887853" cy="667828"/>
          </a:xfrm>
          <a:prstGeom prst="rect">
            <a:avLst/>
          </a:prstGeom>
        </p:spPr>
      </p:pic>
      <p:sp>
        <p:nvSpPr>
          <p:cNvPr id="5" name="Title 6">
            <a:extLst>
              <a:ext uri="{FF2B5EF4-FFF2-40B4-BE49-F238E27FC236}">
                <a16:creationId xmlns:a16="http://schemas.microsoft.com/office/drawing/2014/main" id="{1E2D0F81-9940-7204-019D-ABF237AB72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9265"/>
            <a:ext cx="10515600" cy="700444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249E1F-48DB-3413-877A-2A48A6A6D43A}"/>
              </a:ext>
            </a:extLst>
          </p:cNvPr>
          <p:cNvSpPr/>
          <p:nvPr userDrawn="1"/>
        </p:nvSpPr>
        <p:spPr>
          <a:xfrm rot="5400000">
            <a:off x="11320732" y="3272333"/>
            <a:ext cx="1552755" cy="1897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317596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9C2F5-DF98-49B0-A870-4919A12A5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555"/>
            <a:ext cx="10515600" cy="499247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D60DED7-5E59-473A-938B-FD3FFA75BA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9265"/>
            <a:ext cx="10515600" cy="700444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3349892-A1D6-4107-ADEF-F42D75411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1297" y="6262904"/>
            <a:ext cx="2743200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6A16337B-03CB-4D88-BAB8-0D8AFF2837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1C43A9-4AF0-4D9C-9A91-5370558735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503" y="6046667"/>
            <a:ext cx="1887853" cy="66782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5B5421-3092-FF89-69B2-42F98A650363}"/>
              </a:ext>
            </a:extLst>
          </p:cNvPr>
          <p:cNvSpPr/>
          <p:nvPr userDrawn="1"/>
        </p:nvSpPr>
        <p:spPr>
          <a:xfrm rot="5400000">
            <a:off x="11320732" y="3272333"/>
            <a:ext cx="1552755" cy="1897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420600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256F0-F951-4863-8E72-D9FAAC8C6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07699"/>
            <a:ext cx="5181600" cy="47392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ED4B7-121A-4C07-BCB2-84F0321F9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07698"/>
            <a:ext cx="5181600" cy="47392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2D4C8FC-F1AE-446D-B820-CF6A5AB1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1297" y="6262904"/>
            <a:ext cx="2743200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6A16337B-03CB-4D88-BAB8-0D8AFF2837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038AA7-3300-4366-9705-C2062BE714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503" y="6046667"/>
            <a:ext cx="1887853" cy="667828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5290CB2F-EC53-DDEF-F2AE-FDA8AFF93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9265"/>
            <a:ext cx="10515600" cy="700444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735FD4-C79E-86C4-31D9-3D8A24582AEF}"/>
              </a:ext>
            </a:extLst>
          </p:cNvPr>
          <p:cNvSpPr/>
          <p:nvPr userDrawn="1"/>
        </p:nvSpPr>
        <p:spPr>
          <a:xfrm rot="5400000">
            <a:off x="11320732" y="3272333"/>
            <a:ext cx="1552755" cy="1897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185827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B9D4A8-A1F0-6350-4261-9DF4BBEED96C}"/>
              </a:ext>
            </a:extLst>
          </p:cNvPr>
          <p:cNvSpPr/>
          <p:nvPr userDrawn="1"/>
        </p:nvSpPr>
        <p:spPr>
          <a:xfrm rot="5400000">
            <a:off x="11320732" y="3272333"/>
            <a:ext cx="1552755" cy="1897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3084220475"/>
      </p:ext>
    </p:extLst>
  </p:cSld>
  <p:clrMapOvr>
    <a:masterClrMapping/>
  </p:clrMapOvr>
  <p:transition spd="med"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F0BB5D-8B16-4C8E-97C9-E54F7A20B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F51AE-E6B4-4845-9FFE-5326BC111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F48E9-A315-47FE-9D03-65DE7D43D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48C957-5FA4-4D50-A83C-0419425B2E9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32292-4123-4CE4-9F99-3428BC1F0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42925-CA73-4D38-954B-748E8442B1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6337B-03CB-4D88-BAB8-0D8AFF2837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954482-B606-7F2F-7E94-E1F3C2F103E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0" y="0"/>
            <a:ext cx="1868488" cy="2438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600">
                <a:solidFill>
                  <a:srgbClr val="0078D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3284034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14C512-2D8D-2351-9B3B-F80987DFF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009" y="636677"/>
            <a:ext cx="4506103" cy="1325563"/>
          </a:xfrm>
        </p:spPr>
        <p:txBody>
          <a:bodyPr/>
          <a:lstStyle/>
          <a:p>
            <a:r>
              <a:rPr lang="en-US" dirty="0"/>
              <a:t>Voice Soft Skills Training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F2D8C-5573-B66B-C022-6F62478C66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Aligned to Voice QMF 2026  |  Quality Team</a:t>
            </a:r>
          </a:p>
        </p:txBody>
      </p:sp>
    </p:spTree>
    <p:extLst>
      <p:ext uri="{BB962C8B-B14F-4D97-AF65-F5344CB8AC3E}">
        <p14:creationId xmlns:p14="http://schemas.microsoft.com/office/powerpoint/2010/main" val="769816007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B99571-60A4-A9A1-3F1C-EAB2FF0C4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800" dirty="0"/>
              <a:t>Welcome and Why Voice Matters - 10 min</a:t>
            </a:r>
          </a:p>
          <a:p>
            <a:pPr>
              <a:spcAft>
                <a:spcPts val="800"/>
              </a:spcAft>
            </a:pPr>
            <a:r>
              <a:rPr lang="en-US" sz="1800" dirty="0"/>
              <a:t>Soft Skills Deep Dive (9 QMF behaviors) - 45 min</a:t>
            </a:r>
          </a:p>
          <a:p>
            <a:pPr>
              <a:spcAft>
                <a:spcPts val="800"/>
              </a:spcAft>
            </a:pPr>
            <a:r>
              <a:rPr lang="en-US" sz="1800" dirty="0"/>
              <a:t>Say This, Not That + Tone Twist Game - 20 min</a:t>
            </a:r>
          </a:p>
          <a:p>
            <a:pPr>
              <a:spcAft>
                <a:spcPts val="800"/>
              </a:spcAft>
            </a:pPr>
            <a:r>
              <a:rPr lang="en-US" sz="1800" dirty="0"/>
              <a:t>60-Second Explainer Drill - 10 min</a:t>
            </a:r>
          </a:p>
          <a:p>
            <a:pPr>
              <a:spcAft>
                <a:spcPts val="800"/>
              </a:spcAft>
            </a:pPr>
            <a:r>
              <a:rPr lang="en-US" sz="1800" dirty="0"/>
              <a:t>Role-Play Practice - 20 min</a:t>
            </a:r>
          </a:p>
          <a:p>
            <a:pPr>
              <a:spcAft>
                <a:spcPts val="800"/>
              </a:spcAft>
            </a:pPr>
            <a:r>
              <a:rPr lang="en-US" sz="1800" dirty="0"/>
              <a:t>Self-Assessment Checklist - 5 min</a:t>
            </a:r>
          </a:p>
          <a:p>
            <a:pPr>
              <a:spcAft>
                <a:spcPts val="800"/>
              </a:spcAft>
            </a:pPr>
            <a:r>
              <a:rPr lang="en-US" sz="1800" dirty="0"/>
              <a:t>Kahoot Knowledge Check - 10 min</a:t>
            </a:r>
          </a:p>
          <a:p>
            <a:pPr>
              <a:spcAft>
                <a:spcPts val="800"/>
              </a:spcAft>
            </a:pPr>
            <a:r>
              <a:rPr lang="en-US" sz="1800" dirty="0"/>
              <a:t>Action Plan and Q&amp;A - 10 min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99BF13-100F-0680-08D0-C0E7CDA16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Today's Session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2D87659-F670-931E-9A93-FC5D017F3412}"/>
              </a:ext>
            </a:extLst>
          </p:cNvPr>
          <p:cNvSpPr/>
          <p:nvPr/>
        </p:nvSpPr>
        <p:spPr>
          <a:xfrm>
            <a:off x="10820400" y="177800"/>
            <a:ext cx="889000" cy="889000"/>
          </a:xfrm>
          <a:prstGeom prst="ellipse">
            <a:avLst/>
          </a:prstGeom>
          <a:solidFill>
            <a:srgbClr val="FFE0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DABB7B-773F-2116-2BD1-FBAA393965A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300" y="3937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04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C264-41F5-AAF3-0016-3CADEF306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Voice Matters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698093-BE8A-6D84-565B-7EF5F4C34686}"/>
              </a:ext>
            </a:extLst>
          </p:cNvPr>
          <p:cNvSpPr/>
          <p:nvPr/>
        </p:nvSpPr>
        <p:spPr>
          <a:xfrm>
            <a:off x="10820400" y="177800"/>
            <a:ext cx="889000" cy="889000"/>
          </a:xfrm>
          <a:prstGeom prst="ellipse">
            <a:avLst/>
          </a:prstGeom>
          <a:solidFill>
            <a:srgbClr val="FFE0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16C1AC-313F-5639-F0C5-B19E8C65BEC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300" y="393700"/>
            <a:ext cx="457200" cy="4572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D26C9B-2D08-EB31-233C-5BFEEFB80EBC}"/>
              </a:ext>
            </a:extLst>
          </p:cNvPr>
          <p:cNvSpPr/>
          <p:nvPr/>
        </p:nvSpPr>
        <p:spPr>
          <a:xfrm>
            <a:off x="838200" y="14224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2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010C53-E22D-527E-56D2-410B08F06998}"/>
              </a:ext>
            </a:extLst>
          </p:cNvPr>
          <p:cNvSpPr/>
          <p:nvPr/>
        </p:nvSpPr>
        <p:spPr>
          <a:xfrm>
            <a:off x="1016000" y="1524000"/>
            <a:ext cx="533400" cy="304800"/>
          </a:xfrm>
          <a:prstGeom prst="roundRect">
            <a:avLst>
              <a:gd name="adj" fmla="val 50000"/>
            </a:avLst>
          </a:prstGeom>
          <a:solidFill>
            <a:srgbClr val="005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1BE04-8229-1D0C-5D6B-74E7183EA4C7}"/>
              </a:ext>
            </a:extLst>
          </p:cNvPr>
          <p:cNvSpPr txBox="1"/>
          <p:nvPr/>
        </p:nvSpPr>
        <p:spPr>
          <a:xfrm>
            <a:off x="1016000" y="18796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Voice is the first impression - callers judge you in the first 5 seconds.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7C9733-C9EF-521E-EF88-81D8765F7F04}"/>
              </a:ext>
            </a:extLst>
          </p:cNvPr>
          <p:cNvSpPr/>
          <p:nvPr/>
        </p:nvSpPr>
        <p:spPr>
          <a:xfrm>
            <a:off x="838200" y="25400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FFEE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386B16-38FD-D474-5D6C-D80CBA59DD76}"/>
              </a:ext>
            </a:extLst>
          </p:cNvPr>
          <p:cNvSpPr/>
          <p:nvPr/>
        </p:nvSpPr>
        <p:spPr>
          <a:xfrm>
            <a:off x="1016000" y="2641600"/>
            <a:ext cx="533400" cy="304800"/>
          </a:xfrm>
          <a:prstGeom prst="roundRect">
            <a:avLst>
              <a:gd name="adj" fmla="val 50000"/>
            </a:avLst>
          </a:prstGeom>
          <a:solidFill>
            <a:srgbClr val="FF95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26E7C7-E389-3B4D-3D25-70DA56351477}"/>
              </a:ext>
            </a:extLst>
          </p:cNvPr>
          <p:cNvSpPr txBox="1"/>
          <p:nvPr/>
        </p:nvSpPr>
        <p:spPr>
          <a:xfrm>
            <a:off x="1016000" y="29972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Tone carries more weight than the words themselves.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7C6594-36B6-B559-4971-81625EDA7187}"/>
              </a:ext>
            </a:extLst>
          </p:cNvPr>
          <p:cNvSpPr/>
          <p:nvPr/>
        </p:nvSpPr>
        <p:spPr>
          <a:xfrm>
            <a:off x="838200" y="36576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CEF72FE-89ED-2B73-BD72-3C4C2FFED279}"/>
              </a:ext>
            </a:extLst>
          </p:cNvPr>
          <p:cNvSpPr/>
          <p:nvPr/>
        </p:nvSpPr>
        <p:spPr>
          <a:xfrm>
            <a:off x="1016000" y="3759200"/>
            <a:ext cx="533400" cy="304800"/>
          </a:xfrm>
          <a:prstGeom prst="roundRect">
            <a:avLst>
              <a:gd name="adj" fmla="val 50000"/>
            </a:avLst>
          </a:prstGeom>
          <a:solidFill>
            <a:srgbClr val="00B2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88640D-CCA3-1DCB-4413-E49D518FB795}"/>
              </a:ext>
            </a:extLst>
          </p:cNvPr>
          <p:cNvSpPr txBox="1"/>
          <p:nvPr/>
        </p:nvSpPr>
        <p:spPr>
          <a:xfrm>
            <a:off x="1016000" y="41148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Dead air feels 3x longer on a call than in person - always narrate what you're doing.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53E7AE-6401-B0BD-4E01-64C63AD7E397}"/>
              </a:ext>
            </a:extLst>
          </p:cNvPr>
          <p:cNvSpPr/>
          <p:nvPr/>
        </p:nvSpPr>
        <p:spPr>
          <a:xfrm>
            <a:off x="838200" y="47752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D49D3F4-D9C6-6765-19D1-26C05A94F21C}"/>
              </a:ext>
            </a:extLst>
          </p:cNvPr>
          <p:cNvSpPr/>
          <p:nvPr/>
        </p:nvSpPr>
        <p:spPr>
          <a:xfrm>
            <a:off x="1016000" y="48768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005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REMEMBER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93873A-8347-C653-617F-83663E2BA5B4}"/>
              </a:ext>
            </a:extLst>
          </p:cNvPr>
          <p:cNvSpPr txBox="1"/>
          <p:nvPr/>
        </p:nvSpPr>
        <p:spPr>
          <a:xfrm>
            <a:off x="1016000" y="52324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i="1">
                <a:solidFill>
                  <a:srgbClr val="39454B"/>
                </a:solidFill>
              </a:rPr>
              <a:t>Your voice IS Air Arabia in that moment - no logo, no smile, no uniform, just you.</a:t>
            </a:r>
          </a:p>
        </p:txBody>
      </p:sp>
    </p:spTree>
    <p:extLst>
      <p:ext uri="{BB962C8B-B14F-4D97-AF65-F5344CB8AC3E}">
        <p14:creationId xmlns:p14="http://schemas.microsoft.com/office/powerpoint/2010/main" val="3196424283"/>
      </p:ext>
    </p:extLst>
  </p:cSld>
  <p:clrMapOvr>
    <a:masterClrMapping/>
  </p:clrMapOvr>
  <p:transition spd="med">
    <p:randomBa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570D-5298-F7DF-2FE7-6C4E6F884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 Skills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B3D68-7540-CDCC-1AD8-36719AA5DFC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/>
              <a:t>QMF 2026  -  40 Points</a:t>
            </a:r>
          </a:p>
        </p:txBody>
      </p:sp>
    </p:spTree>
    <p:extLst>
      <p:ext uri="{BB962C8B-B14F-4D97-AF65-F5344CB8AC3E}">
        <p14:creationId xmlns:p14="http://schemas.microsoft.com/office/powerpoint/2010/main" val="3085113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97003-4ABA-F7CD-D6DF-365C9985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282B9D-5B1D-6975-89A2-B779C4A51536}"/>
              </a:ext>
            </a:extLst>
          </p:cNvPr>
          <p:cNvSpPr txBox="1"/>
          <p:nvPr/>
        </p:nvSpPr>
        <p:spPr>
          <a:xfrm>
            <a:off x="838200" y="1741488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39454B"/>
                </a:solidFill>
              </a:rPr>
              <a:t>5 of 40 points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3018CE5-B21F-58B7-6669-41FFCFE608E3}"/>
              </a:ext>
            </a:extLst>
          </p:cNvPr>
          <p:cNvSpPr/>
          <p:nvPr/>
        </p:nvSpPr>
        <p:spPr>
          <a:xfrm>
            <a:off x="10820400" y="177800"/>
            <a:ext cx="889000" cy="889000"/>
          </a:xfrm>
          <a:prstGeom prst="ellipse">
            <a:avLst/>
          </a:prstGeom>
          <a:solidFill>
            <a:srgbClr val="FFE0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C2CA24-EA1A-50DF-EBD7-A0B1381AB85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300" y="393700"/>
            <a:ext cx="457200" cy="4572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CD27B1-A92E-BA43-159E-0EC8EC46A213}"/>
              </a:ext>
            </a:extLst>
          </p:cNvPr>
          <p:cNvSpPr/>
          <p:nvPr/>
        </p:nvSpPr>
        <p:spPr>
          <a:xfrm>
            <a:off x="838200" y="14224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97EE02-CA06-5A0E-34E4-863451083A7C}"/>
              </a:ext>
            </a:extLst>
          </p:cNvPr>
          <p:cNvSpPr/>
          <p:nvPr/>
        </p:nvSpPr>
        <p:spPr>
          <a:xfrm>
            <a:off x="1016000" y="15240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00B2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1A9F58-39F7-0F7A-F71A-ACA4F7A7A0B3}"/>
              </a:ext>
            </a:extLst>
          </p:cNvPr>
          <p:cNvSpPr txBox="1"/>
          <p:nvPr/>
        </p:nvSpPr>
        <p:spPr>
          <a:xfrm>
            <a:off x="1016000" y="1879600"/>
            <a:ext cx="1016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Greet within 1-2 seconds. "Thank you for calling Air Arabia / FlyJinnah, this is [name], how can I help you?" Warm, confident tone.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95EDFE-E5B5-64BE-7B93-64F646C2D11B}"/>
              </a:ext>
            </a:extLst>
          </p:cNvPr>
          <p:cNvSpPr/>
          <p:nvPr/>
        </p:nvSpPr>
        <p:spPr>
          <a:xfrm>
            <a:off x="838200" y="25400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FFE0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2EA13E-BCD8-893E-F61C-0E099F7115F9}"/>
              </a:ext>
            </a:extLst>
          </p:cNvPr>
          <p:cNvSpPr/>
          <p:nvPr/>
        </p:nvSpPr>
        <p:spPr>
          <a:xfrm>
            <a:off x="1016000" y="2641600"/>
            <a:ext cx="698500" cy="304800"/>
          </a:xfrm>
          <a:prstGeom prst="roundRect">
            <a:avLst>
              <a:gd name="adj" fmla="val 50000"/>
            </a:avLst>
          </a:prstGeom>
          <a:solidFill>
            <a:srgbClr val="FF00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C3D26E-6A79-E760-5B52-A6C951A2507F}"/>
              </a:ext>
            </a:extLst>
          </p:cNvPr>
          <p:cNvSpPr txBox="1"/>
          <p:nvPr/>
        </p:nvSpPr>
        <p:spPr>
          <a:xfrm>
            <a:off x="1016000" y="29972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Greeting after 3+ seconds, missing company name/self-intro/offer to help, mumbling, robotic tone.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503676-7F1E-256A-135E-B13110BE0884}"/>
              </a:ext>
            </a:extLst>
          </p:cNvPr>
          <p:cNvSpPr/>
          <p:nvPr/>
        </p:nvSpPr>
        <p:spPr>
          <a:xfrm>
            <a:off x="838200" y="36576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C200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5A1620-D7C3-DD79-461E-69E4C7BD49F5}"/>
              </a:ext>
            </a:extLst>
          </p:cNvPr>
          <p:cNvSpPr txBox="1"/>
          <p:nvPr/>
        </p:nvSpPr>
        <p:spPr>
          <a:xfrm>
            <a:off x="1016000" y="3759200"/>
            <a:ext cx="990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</a:rPr>
              <a:t>CRITICAL - AUTOMATIC FAIL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D53D78-70A7-5266-E460-B2BEE091837D}"/>
              </a:ext>
            </a:extLst>
          </p:cNvPr>
          <p:cNvSpPr txBox="1"/>
          <p:nvPr/>
        </p:nvSpPr>
        <p:spPr>
          <a:xfrm>
            <a:off x="1016000" y="4089400"/>
            <a:ext cx="1016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FFFFFF"/>
                </a:solidFill>
              </a:rPr>
              <a:t>Rude or dismissive opening tone toward the passenger.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D9B20F-C918-8135-801A-BBEEE0DAD3A0}"/>
              </a:ext>
            </a:extLst>
          </p:cNvPr>
          <p:cNvSpPr/>
          <p:nvPr/>
        </p:nvSpPr>
        <p:spPr>
          <a:xfrm>
            <a:off x="838200" y="47752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60ABF4E-764A-F540-422C-6E5D586A7145}"/>
              </a:ext>
            </a:extLst>
          </p:cNvPr>
          <p:cNvSpPr/>
          <p:nvPr/>
        </p:nvSpPr>
        <p:spPr>
          <a:xfrm>
            <a:off x="1016000" y="48768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005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REMEMBER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86535B-5ABE-4FD4-BF35-0646A9511BB9}"/>
              </a:ext>
            </a:extLst>
          </p:cNvPr>
          <p:cNvSpPr txBox="1"/>
          <p:nvPr/>
        </p:nvSpPr>
        <p:spPr>
          <a:xfrm>
            <a:off x="1016000" y="52324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i="1">
                <a:solidFill>
                  <a:srgbClr val="39454B"/>
                </a:solidFill>
              </a:rPr>
              <a:t>The Answering Machine Test: if a robot could say it, it's wrong - never open a call with silence.</a:t>
            </a:r>
          </a:p>
        </p:txBody>
      </p:sp>
    </p:spTree>
    <p:extLst>
      <p:ext uri="{BB962C8B-B14F-4D97-AF65-F5344CB8AC3E}">
        <p14:creationId xmlns:p14="http://schemas.microsoft.com/office/powerpoint/2010/main" val="1190681007"/>
      </p:ext>
    </p:extLst>
  </p:cSld>
  <p:clrMapOvr>
    <a:masterClrMapping/>
  </p:clrMapOvr>
  <p:transition spd="med">
    <p:randomBa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8A4A3-0181-C649-3365-61BF6CE8E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Personalization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6DCA9B-3D70-7993-19B3-2F7EB36D5890}"/>
              </a:ext>
            </a:extLst>
          </p:cNvPr>
          <p:cNvSpPr txBox="1"/>
          <p:nvPr/>
        </p:nvSpPr>
        <p:spPr>
          <a:xfrm>
            <a:off x="838200" y="1741488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39454B"/>
                </a:solidFill>
              </a:rPr>
              <a:t>4 of 40 points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E19EAB3-A9D0-5325-A25C-C649F69BC306}"/>
              </a:ext>
            </a:extLst>
          </p:cNvPr>
          <p:cNvSpPr/>
          <p:nvPr/>
        </p:nvSpPr>
        <p:spPr>
          <a:xfrm>
            <a:off x="10820400" y="177800"/>
            <a:ext cx="889000" cy="889000"/>
          </a:xfrm>
          <a:prstGeom prst="ellipse">
            <a:avLst/>
          </a:prstGeom>
          <a:solidFill>
            <a:srgbClr val="FFE0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4CB4BA-0670-E2D9-3CE4-E9D232F53C9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300" y="393700"/>
            <a:ext cx="457200" cy="4572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F19B62-7FA9-95D5-7785-E48FE1266EDA}"/>
              </a:ext>
            </a:extLst>
          </p:cNvPr>
          <p:cNvSpPr/>
          <p:nvPr/>
        </p:nvSpPr>
        <p:spPr>
          <a:xfrm>
            <a:off x="838200" y="14224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5F2BFC-AD98-7B38-E5EA-658C257C415B}"/>
              </a:ext>
            </a:extLst>
          </p:cNvPr>
          <p:cNvSpPr/>
          <p:nvPr/>
        </p:nvSpPr>
        <p:spPr>
          <a:xfrm>
            <a:off x="1016000" y="15240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00B2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BC2B3-2484-5C53-18D7-CB86290E1834}"/>
              </a:ext>
            </a:extLst>
          </p:cNvPr>
          <p:cNvSpPr txBox="1"/>
          <p:nvPr/>
        </p:nvSpPr>
        <p:spPr>
          <a:xfrm>
            <a:off x="1016000" y="1879600"/>
            <a:ext cx="1016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Use the passenger's name from the system without asking again. Use it naturally 2-3 times, matching the system record.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6C882C-A189-5991-58FF-25489064C4A2}"/>
              </a:ext>
            </a:extLst>
          </p:cNvPr>
          <p:cNvSpPr/>
          <p:nvPr/>
        </p:nvSpPr>
        <p:spPr>
          <a:xfrm>
            <a:off x="838200" y="25400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FFE0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17F735-A3B5-AE02-5AE2-C72A4BD826FA}"/>
              </a:ext>
            </a:extLst>
          </p:cNvPr>
          <p:cNvSpPr/>
          <p:nvPr/>
        </p:nvSpPr>
        <p:spPr>
          <a:xfrm>
            <a:off x="1016000" y="2641600"/>
            <a:ext cx="698500" cy="304800"/>
          </a:xfrm>
          <a:prstGeom prst="roundRect">
            <a:avLst>
              <a:gd name="adj" fmla="val 50000"/>
            </a:avLst>
          </a:prstGeom>
          <a:solidFill>
            <a:srgbClr val="FF00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66AFCF-6633-80D0-5A7A-3B2E237582B8}"/>
              </a:ext>
            </a:extLst>
          </p:cNvPr>
          <p:cNvSpPr txBox="1"/>
          <p:nvPr/>
        </p:nvSpPr>
        <p:spPr>
          <a:xfrm>
            <a:off x="1016000" y="29972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Asking for the name when visible, using the wrong name, using it once or never.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D21006-763A-AD57-9D5D-A33A62677806}"/>
              </a:ext>
            </a:extLst>
          </p:cNvPr>
          <p:cNvSpPr/>
          <p:nvPr/>
        </p:nvSpPr>
        <p:spPr>
          <a:xfrm>
            <a:off x="838200" y="36576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F25F5EA-336E-2F6E-4D3B-ADDA5C2C3E9C}"/>
              </a:ext>
            </a:extLst>
          </p:cNvPr>
          <p:cNvSpPr/>
          <p:nvPr/>
        </p:nvSpPr>
        <p:spPr>
          <a:xfrm>
            <a:off x="1016000" y="37592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005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REMEMBER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65BA1C-549A-7552-82C9-8AC82DC2EFB6}"/>
              </a:ext>
            </a:extLst>
          </p:cNvPr>
          <p:cNvSpPr txBox="1"/>
          <p:nvPr/>
        </p:nvSpPr>
        <p:spPr>
          <a:xfrm>
            <a:off x="1016000" y="41148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i="1">
                <a:solidFill>
                  <a:srgbClr val="39454B"/>
                </a:solidFill>
              </a:rPr>
              <a:t>The Golden Rule of 3: their name at hello, in the middle, and at goodbye - like the barista who remembers your order.</a:t>
            </a:r>
          </a:p>
        </p:txBody>
      </p:sp>
    </p:spTree>
    <p:extLst>
      <p:ext uri="{BB962C8B-B14F-4D97-AF65-F5344CB8AC3E}">
        <p14:creationId xmlns:p14="http://schemas.microsoft.com/office/powerpoint/2010/main" val="1167691740"/>
      </p:ext>
    </p:extLst>
  </p:cSld>
  <p:clrMapOvr>
    <a:masterClrMapping/>
  </p:clrMapOvr>
  <p:transition spd="med">
    <p:randomBa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57802-FE30-99D6-C98F-42826811A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Tone &amp; Professionalism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974068-AF2F-4846-28F4-84AAEE80E095}"/>
              </a:ext>
            </a:extLst>
          </p:cNvPr>
          <p:cNvSpPr txBox="1"/>
          <p:nvPr/>
        </p:nvSpPr>
        <p:spPr>
          <a:xfrm>
            <a:off x="838200" y="1741488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39454B"/>
                </a:solidFill>
              </a:rPr>
              <a:t>4 of 40 points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7D31961-4EE3-F889-DD0C-D1DDB8FCE6DD}"/>
              </a:ext>
            </a:extLst>
          </p:cNvPr>
          <p:cNvSpPr/>
          <p:nvPr/>
        </p:nvSpPr>
        <p:spPr>
          <a:xfrm>
            <a:off x="10820400" y="177800"/>
            <a:ext cx="889000" cy="889000"/>
          </a:xfrm>
          <a:prstGeom prst="ellipse">
            <a:avLst/>
          </a:prstGeom>
          <a:solidFill>
            <a:srgbClr val="FFE0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E936EF-674C-119C-F365-986CA563952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300" y="393700"/>
            <a:ext cx="457200" cy="4572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A88B90-E145-461C-E555-C21DD76ECD72}"/>
              </a:ext>
            </a:extLst>
          </p:cNvPr>
          <p:cNvSpPr/>
          <p:nvPr/>
        </p:nvSpPr>
        <p:spPr>
          <a:xfrm>
            <a:off x="838200" y="14224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EEC2A7-6C5B-D6E7-2D31-C6A7777B4575}"/>
              </a:ext>
            </a:extLst>
          </p:cNvPr>
          <p:cNvSpPr/>
          <p:nvPr/>
        </p:nvSpPr>
        <p:spPr>
          <a:xfrm>
            <a:off x="1016000" y="15240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00B2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9C3EF5-2B55-4239-117A-2352C42FCB19}"/>
              </a:ext>
            </a:extLst>
          </p:cNvPr>
          <p:cNvSpPr txBox="1"/>
          <p:nvPr/>
        </p:nvSpPr>
        <p:spPr>
          <a:xfrm>
            <a:off x="1016000" y="18796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Welcoming, friendly, active, confident, warm, empathetic when needed - throughout the whole call.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CD28C21-E8E1-4124-A98D-863073F47189}"/>
              </a:ext>
            </a:extLst>
          </p:cNvPr>
          <p:cNvSpPr/>
          <p:nvPr/>
        </p:nvSpPr>
        <p:spPr>
          <a:xfrm>
            <a:off x="838200" y="25400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FFE0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B7FF126-1A2E-E556-DB42-6AA11A77C217}"/>
              </a:ext>
            </a:extLst>
          </p:cNvPr>
          <p:cNvSpPr/>
          <p:nvPr/>
        </p:nvSpPr>
        <p:spPr>
          <a:xfrm>
            <a:off x="1016000" y="2641600"/>
            <a:ext cx="698500" cy="304800"/>
          </a:xfrm>
          <a:prstGeom prst="roundRect">
            <a:avLst>
              <a:gd name="adj" fmla="val 50000"/>
            </a:avLst>
          </a:prstGeom>
          <a:solidFill>
            <a:srgbClr val="FF00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484FF7-22B6-33E6-2A67-47AEBCE4C5BC}"/>
              </a:ext>
            </a:extLst>
          </p:cNvPr>
          <p:cNvSpPr txBox="1"/>
          <p:nvPr/>
        </p:nvSpPr>
        <p:spPr>
          <a:xfrm>
            <a:off x="1016000" y="29972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Monotonous, robotic, cold, disengaged, rushed, careless.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8BC9C58-D065-F9DD-2C39-7DDE478F291A}"/>
              </a:ext>
            </a:extLst>
          </p:cNvPr>
          <p:cNvSpPr/>
          <p:nvPr/>
        </p:nvSpPr>
        <p:spPr>
          <a:xfrm>
            <a:off x="838200" y="36576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C200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A523D-4F91-AACF-0C9B-527BE50BE00A}"/>
              </a:ext>
            </a:extLst>
          </p:cNvPr>
          <p:cNvSpPr txBox="1"/>
          <p:nvPr/>
        </p:nvSpPr>
        <p:spPr>
          <a:xfrm>
            <a:off x="1016000" y="3759200"/>
            <a:ext cx="990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</a:rPr>
              <a:t>CRITICAL - AUTOMATIC FAIL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DC277F-42C1-9B59-D655-4BC3F7BEA35F}"/>
              </a:ext>
            </a:extLst>
          </p:cNvPr>
          <p:cNvSpPr txBox="1"/>
          <p:nvPr/>
        </p:nvSpPr>
        <p:spPr>
          <a:xfrm>
            <a:off x="1016000" y="4089400"/>
            <a:ext cx="1016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FFFFFF"/>
                </a:solidFill>
              </a:rPr>
              <a:t>Rude, aggressive, dismissive, or disrespectful conduct.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AF28465-1D15-084C-4F4D-FC90DC675F2E}"/>
              </a:ext>
            </a:extLst>
          </p:cNvPr>
          <p:cNvSpPr/>
          <p:nvPr/>
        </p:nvSpPr>
        <p:spPr>
          <a:xfrm>
            <a:off x="838200" y="47752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2817049-592C-94E8-DC91-090FE307EFA4}"/>
              </a:ext>
            </a:extLst>
          </p:cNvPr>
          <p:cNvSpPr/>
          <p:nvPr/>
        </p:nvSpPr>
        <p:spPr>
          <a:xfrm>
            <a:off x="1016000" y="48768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005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REMEMBER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6376F7-91A7-3719-B1E2-6D113A7C9F10}"/>
              </a:ext>
            </a:extLst>
          </p:cNvPr>
          <p:cNvSpPr txBox="1"/>
          <p:nvPr/>
        </p:nvSpPr>
        <p:spPr>
          <a:xfrm>
            <a:off x="1016000" y="52324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i="1">
                <a:solidFill>
                  <a:srgbClr val="39454B"/>
                </a:solidFill>
              </a:rPr>
              <a:t>Smile Before You Speak: radio DJs record smiling on purpose because listeners can hear it - so can your passenger.</a:t>
            </a:r>
          </a:p>
        </p:txBody>
      </p:sp>
    </p:spTree>
    <p:extLst>
      <p:ext uri="{BB962C8B-B14F-4D97-AF65-F5344CB8AC3E}">
        <p14:creationId xmlns:p14="http://schemas.microsoft.com/office/powerpoint/2010/main" val="2200544626"/>
      </p:ext>
    </p:extLst>
  </p:cSld>
  <p:clrMapOvr>
    <a:masterClrMapping/>
  </p:clrMapOvr>
  <p:transition spd="med">
    <p:randomBa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68A506-1AA0-8F52-E700-B0F024023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Say This, Not That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DE36947-BDA1-3939-40B1-EC6B591D9AE6}"/>
              </a:ext>
            </a:extLst>
          </p:cNvPr>
          <p:cNvSpPr/>
          <p:nvPr/>
        </p:nvSpPr>
        <p:spPr>
          <a:xfrm>
            <a:off x="10820400" y="177800"/>
            <a:ext cx="889000" cy="889000"/>
          </a:xfrm>
          <a:prstGeom prst="ellipse">
            <a:avLst/>
          </a:prstGeom>
          <a:solidFill>
            <a:srgbClr val="FFE0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F13EF7-A4ED-EE11-8199-68A45F55769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300" y="393700"/>
            <a:ext cx="457200" cy="457200"/>
          </a:xfrm>
          <a:prstGeom prst="rect">
            <a:avLst/>
          </a:prstGeom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D93ECC83-FBA4-913B-AC32-F0595F81CA13}"/>
              </a:ext>
            </a:extLst>
          </p:cNvPr>
          <p:cNvSpPr txBox="1">
            <a:spLocks/>
          </p:cNvSpPr>
          <p:nvPr/>
        </p:nvSpPr>
        <p:spPr>
          <a:xfrm>
            <a:off x="5681980" y="18363"/>
            <a:ext cx="5059680" cy="4992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800"/>
              </a:spcAft>
            </a:pPr>
            <a:endParaRPr lang="en-US" sz="1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CB7DA8-ACD0-C2D8-0721-726DDBF5BB22}"/>
              </a:ext>
            </a:extLst>
          </p:cNvPr>
          <p:cNvSpPr/>
          <p:nvPr/>
        </p:nvSpPr>
        <p:spPr>
          <a:xfrm>
            <a:off x="6167118" y="1185610"/>
            <a:ext cx="5542282" cy="4712270"/>
          </a:xfrm>
          <a:prstGeom prst="round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US" b="1" dirty="0"/>
              <a:t>USE: "Let me find out who can help you with this right away.“</a:t>
            </a:r>
          </a:p>
          <a:p>
            <a:pPr algn="ctr">
              <a:spcAft>
                <a:spcPts val="800"/>
              </a:spcAft>
            </a:pPr>
            <a:endParaRPr lang="en-US" b="1" dirty="0"/>
          </a:p>
          <a:p>
            <a:pPr algn="ctr">
              <a:spcAft>
                <a:spcPts val="800"/>
              </a:spcAft>
            </a:pPr>
            <a:r>
              <a:rPr lang="en-US" b="1" dirty="0"/>
              <a:t>USE: "Thank you for your patience - this will take about [X] minutes.“</a:t>
            </a:r>
          </a:p>
          <a:p>
            <a:pPr algn="ctr">
              <a:spcAft>
                <a:spcPts val="800"/>
              </a:spcAft>
            </a:pPr>
            <a:endParaRPr lang="en-US" b="1" dirty="0"/>
          </a:p>
          <a:p>
            <a:pPr algn="ctr">
              <a:spcAft>
                <a:spcPts val="800"/>
              </a:spcAft>
            </a:pPr>
            <a:r>
              <a:rPr lang="en-US" b="1" dirty="0"/>
              <a:t>USE: "Here's what I can do for you instead.“</a:t>
            </a:r>
          </a:p>
          <a:p>
            <a:pPr algn="ctr">
              <a:spcAft>
                <a:spcPts val="800"/>
              </a:spcAft>
            </a:pPr>
            <a:endParaRPr lang="en-US" b="1" dirty="0"/>
          </a:p>
          <a:p>
            <a:pPr algn="ctr">
              <a:spcAft>
                <a:spcPts val="800"/>
              </a:spcAft>
            </a:pPr>
            <a:r>
              <a:rPr lang="en-US" b="1" dirty="0"/>
              <a:t>USE: "I understand this is frustrating - let's sort it out together."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B537F3-FD5D-E472-120C-0143A06AC430}"/>
              </a:ext>
            </a:extLst>
          </p:cNvPr>
          <p:cNvSpPr/>
          <p:nvPr/>
        </p:nvSpPr>
        <p:spPr>
          <a:xfrm>
            <a:off x="482600" y="1185609"/>
            <a:ext cx="5542282" cy="4712271"/>
          </a:xfrm>
          <a:prstGeom prst="round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US" b="1" dirty="0"/>
              <a:t>AVOID: "That's not my problem.“ </a:t>
            </a:r>
          </a:p>
          <a:p>
            <a:pPr algn="ctr">
              <a:spcAft>
                <a:spcPts val="800"/>
              </a:spcAft>
            </a:pPr>
            <a:r>
              <a:rPr lang="en-US" b="1" dirty="0"/>
              <a:t> </a:t>
            </a:r>
          </a:p>
          <a:p>
            <a:pPr algn="ctr">
              <a:spcAft>
                <a:spcPts val="800"/>
              </a:spcAft>
            </a:pPr>
            <a:r>
              <a:rPr lang="en-US" b="1" dirty="0"/>
              <a:t>AVOID: "You'll have to wait."  </a:t>
            </a:r>
          </a:p>
          <a:p>
            <a:pPr algn="ctr">
              <a:spcAft>
                <a:spcPts val="800"/>
              </a:spcAft>
            </a:pPr>
            <a:endParaRPr lang="en-US" b="1" dirty="0"/>
          </a:p>
          <a:p>
            <a:pPr algn="ctr">
              <a:spcAft>
                <a:spcPts val="800"/>
              </a:spcAft>
            </a:pPr>
            <a:r>
              <a:rPr lang="en-US" b="1" dirty="0"/>
              <a:t>AVOID: "I can't do that."  </a:t>
            </a:r>
          </a:p>
          <a:p>
            <a:pPr algn="ctr">
              <a:spcAft>
                <a:spcPts val="800"/>
              </a:spcAft>
            </a:pPr>
            <a:endParaRPr lang="en-US" b="1" dirty="0"/>
          </a:p>
          <a:p>
            <a:pPr algn="ctr">
              <a:spcAft>
                <a:spcPts val="800"/>
              </a:spcAft>
            </a:pPr>
            <a:r>
              <a:rPr lang="en-US" b="1" dirty="0"/>
              <a:t>AVOID: "Calm down, please."</a:t>
            </a:r>
          </a:p>
        </p:txBody>
      </p:sp>
    </p:spTree>
    <p:extLst>
      <p:ext uri="{BB962C8B-B14F-4D97-AF65-F5344CB8AC3E}">
        <p14:creationId xmlns:p14="http://schemas.microsoft.com/office/powerpoint/2010/main" val="494479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281A-E69F-662C-4B28-F0FAD8ED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Active Listening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73C295-051F-C945-952B-70E7D44F3D69}"/>
              </a:ext>
            </a:extLst>
          </p:cNvPr>
          <p:cNvSpPr txBox="1"/>
          <p:nvPr/>
        </p:nvSpPr>
        <p:spPr>
          <a:xfrm>
            <a:off x="838200" y="1741488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39454B"/>
                </a:solidFill>
              </a:rPr>
              <a:t>6 of 40 points - the highest-weighted soft skill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177D202-6446-8B0C-1885-F6CC09FCDC15}"/>
              </a:ext>
            </a:extLst>
          </p:cNvPr>
          <p:cNvSpPr/>
          <p:nvPr/>
        </p:nvSpPr>
        <p:spPr>
          <a:xfrm>
            <a:off x="10820400" y="177800"/>
            <a:ext cx="889000" cy="889000"/>
          </a:xfrm>
          <a:prstGeom prst="ellipse">
            <a:avLst/>
          </a:prstGeom>
          <a:solidFill>
            <a:srgbClr val="FFE0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F1A168-6C3B-F9EB-91D5-D460EDB5B4B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300" y="393700"/>
            <a:ext cx="457200" cy="4572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189A63-1323-C6DB-546C-058673AE4C76}"/>
              </a:ext>
            </a:extLst>
          </p:cNvPr>
          <p:cNvSpPr/>
          <p:nvPr/>
        </p:nvSpPr>
        <p:spPr>
          <a:xfrm>
            <a:off x="838200" y="14224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E53DE2-9FFB-72CF-8CAF-EE7A8D1F0B1C}"/>
              </a:ext>
            </a:extLst>
          </p:cNvPr>
          <p:cNvSpPr/>
          <p:nvPr/>
        </p:nvSpPr>
        <p:spPr>
          <a:xfrm>
            <a:off x="1016000" y="15240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00B2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FD2022-D970-4561-FC45-D1E5D65512CF}"/>
              </a:ext>
            </a:extLst>
          </p:cNvPr>
          <p:cNvSpPr txBox="1"/>
          <p:nvPr/>
        </p:nvSpPr>
        <p:spPr>
          <a:xfrm>
            <a:off x="1016000" y="18796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Fully focused, no interrupting, asks relevant probing questions, confirms understanding, avoids dead air.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475581-3B66-B36C-FE5D-095ABBAA7932}"/>
              </a:ext>
            </a:extLst>
          </p:cNvPr>
          <p:cNvSpPr/>
          <p:nvPr/>
        </p:nvSpPr>
        <p:spPr>
          <a:xfrm>
            <a:off x="838200" y="25400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FFE0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59DB64F-5901-9BBA-832E-267618647B4C}"/>
              </a:ext>
            </a:extLst>
          </p:cNvPr>
          <p:cNvSpPr/>
          <p:nvPr/>
        </p:nvSpPr>
        <p:spPr>
          <a:xfrm>
            <a:off x="1016000" y="2641600"/>
            <a:ext cx="698500" cy="304800"/>
          </a:xfrm>
          <a:prstGeom prst="roundRect">
            <a:avLst>
              <a:gd name="adj" fmla="val 50000"/>
            </a:avLst>
          </a:prstGeom>
          <a:solidFill>
            <a:srgbClr val="FF00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63FBC2-E355-0886-24A1-653505089C3B}"/>
              </a:ext>
            </a:extLst>
          </p:cNvPr>
          <p:cNvSpPr txBox="1"/>
          <p:nvPr/>
        </p:nvSpPr>
        <p:spPr>
          <a:xfrm>
            <a:off x="1016000" y="29972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Interrupts, misunderstands or ignores needs, no clarifying questions, proceeds on assumptions.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0831F7D-8C34-7CBE-C79B-8BEB86F7F1C0}"/>
              </a:ext>
            </a:extLst>
          </p:cNvPr>
          <p:cNvSpPr/>
          <p:nvPr/>
        </p:nvSpPr>
        <p:spPr>
          <a:xfrm>
            <a:off x="838200" y="36576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5A8634-89E2-25B5-8543-6915615C5F67}"/>
              </a:ext>
            </a:extLst>
          </p:cNvPr>
          <p:cNvSpPr/>
          <p:nvPr/>
        </p:nvSpPr>
        <p:spPr>
          <a:xfrm>
            <a:off x="1016000" y="37592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005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REMEMBER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F57EE2-D931-AD76-1FB8-9C8CB421520E}"/>
              </a:ext>
            </a:extLst>
          </p:cNvPr>
          <p:cNvSpPr txBox="1"/>
          <p:nvPr/>
        </p:nvSpPr>
        <p:spPr>
          <a:xfrm>
            <a:off x="1016000" y="41148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i="1">
                <a:solidFill>
                  <a:srgbClr val="39454B"/>
                </a:solidFill>
              </a:rPr>
              <a:t>One Story, One Time: nobody should repeat themselves - like a doctor who already read your chart.</a:t>
            </a:r>
          </a:p>
        </p:txBody>
      </p:sp>
    </p:spTree>
    <p:extLst>
      <p:ext uri="{BB962C8B-B14F-4D97-AF65-F5344CB8AC3E}">
        <p14:creationId xmlns:p14="http://schemas.microsoft.com/office/powerpoint/2010/main" val="2512737648"/>
      </p:ext>
    </p:extLst>
  </p:cSld>
  <p:clrMapOvr>
    <a:masterClrMapping/>
  </p:clrMapOvr>
  <p:transition spd="med">
    <p:randomBa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DD000-E8E3-ED10-DF41-9EE2F3619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Empathy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12BDC-A792-23E0-D9B6-7A558B6E0D8C}"/>
              </a:ext>
            </a:extLst>
          </p:cNvPr>
          <p:cNvSpPr txBox="1"/>
          <p:nvPr/>
        </p:nvSpPr>
        <p:spPr>
          <a:xfrm>
            <a:off x="838200" y="1741488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39454B"/>
                </a:solidFill>
              </a:rPr>
              <a:t>4 of 40 points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FB2A7C-004A-5D67-3BAB-69A0B46947F1}"/>
              </a:ext>
            </a:extLst>
          </p:cNvPr>
          <p:cNvSpPr/>
          <p:nvPr/>
        </p:nvSpPr>
        <p:spPr>
          <a:xfrm>
            <a:off x="10820400" y="177800"/>
            <a:ext cx="889000" cy="889000"/>
          </a:xfrm>
          <a:prstGeom prst="ellipse">
            <a:avLst/>
          </a:prstGeom>
          <a:solidFill>
            <a:srgbClr val="FFE0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E4697B-1B95-5BFA-2EA4-DE90B356ED8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300" y="393700"/>
            <a:ext cx="457200" cy="4572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5BB4E1-A1EA-19BE-D388-1B30A64BD7FF}"/>
              </a:ext>
            </a:extLst>
          </p:cNvPr>
          <p:cNvSpPr/>
          <p:nvPr/>
        </p:nvSpPr>
        <p:spPr>
          <a:xfrm>
            <a:off x="838200" y="14224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B9FE06-E801-A877-84C1-83F138385F8C}"/>
              </a:ext>
            </a:extLst>
          </p:cNvPr>
          <p:cNvSpPr/>
          <p:nvPr/>
        </p:nvSpPr>
        <p:spPr>
          <a:xfrm>
            <a:off x="1016000" y="15240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00B2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70AFC-F75D-470B-1098-A8002D315821}"/>
              </a:ext>
            </a:extLst>
          </p:cNvPr>
          <p:cNvSpPr txBox="1"/>
          <p:nvPr/>
        </p:nvSpPr>
        <p:spPr>
          <a:xfrm>
            <a:off x="1016000" y="18796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Genuine understanding of impact on the customer, natural (not scripted) empathy statement before the solution.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1D89C47-9926-EA9C-481C-C78CDAF9A031}"/>
              </a:ext>
            </a:extLst>
          </p:cNvPr>
          <p:cNvSpPr/>
          <p:nvPr/>
        </p:nvSpPr>
        <p:spPr>
          <a:xfrm>
            <a:off x="838200" y="25400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FFE0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328501-9353-0DDC-3156-3CC63EEB92C5}"/>
              </a:ext>
            </a:extLst>
          </p:cNvPr>
          <p:cNvSpPr/>
          <p:nvPr/>
        </p:nvSpPr>
        <p:spPr>
          <a:xfrm>
            <a:off x="1016000" y="2641600"/>
            <a:ext cx="698500" cy="304800"/>
          </a:xfrm>
          <a:prstGeom prst="roundRect">
            <a:avLst>
              <a:gd name="adj" fmla="val 50000"/>
            </a:avLst>
          </a:prstGeom>
          <a:solidFill>
            <a:srgbClr val="FF00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990423-A05B-4ACC-7134-8ABFEB0627F1}"/>
              </a:ext>
            </a:extLst>
          </p:cNvPr>
          <p:cNvSpPr txBox="1"/>
          <p:nvPr/>
        </p:nvSpPr>
        <p:spPr>
          <a:xfrm>
            <a:off x="1016000" y="29972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Purely transactional when empathy is called for, ignores frustration, scripted/mismatched empathy line.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9DE553B-D1ED-755C-DD82-BE40A5F95086}"/>
              </a:ext>
            </a:extLst>
          </p:cNvPr>
          <p:cNvSpPr/>
          <p:nvPr/>
        </p:nvSpPr>
        <p:spPr>
          <a:xfrm>
            <a:off x="838200" y="36576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D0A0EE-B79F-4DCF-6E29-9E093E26D46E}"/>
              </a:ext>
            </a:extLst>
          </p:cNvPr>
          <p:cNvSpPr/>
          <p:nvPr/>
        </p:nvSpPr>
        <p:spPr>
          <a:xfrm>
            <a:off x="1016000" y="37592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005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REMEMBER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A1D9B9-F89C-C730-4764-38A367D025F5}"/>
              </a:ext>
            </a:extLst>
          </p:cNvPr>
          <p:cNvSpPr txBox="1"/>
          <p:nvPr/>
        </p:nvSpPr>
        <p:spPr>
          <a:xfrm>
            <a:off x="1016000" y="41148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i="1">
                <a:solidFill>
                  <a:srgbClr val="39454B"/>
                </a:solidFill>
              </a:rPr>
              <a:t>Feel It Before You Fix It: if a friend's flight got cancelled, you'd say "that's awful" before offering solutions.</a:t>
            </a:r>
          </a:p>
        </p:txBody>
      </p:sp>
    </p:spTree>
    <p:extLst>
      <p:ext uri="{BB962C8B-B14F-4D97-AF65-F5344CB8AC3E}">
        <p14:creationId xmlns:p14="http://schemas.microsoft.com/office/powerpoint/2010/main" val="2324819625"/>
      </p:ext>
    </p:extLst>
  </p:cSld>
  <p:clrMapOvr>
    <a:masterClrMapping/>
  </p:clrMapOvr>
  <p:transition spd="med">
    <p:randomBa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4A97-C847-2D95-2B0D-54CBC9D2A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Acknowledgement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DC415-F8BB-A8F3-72C8-7C8F97B0F4CB}"/>
              </a:ext>
            </a:extLst>
          </p:cNvPr>
          <p:cNvSpPr txBox="1"/>
          <p:nvPr/>
        </p:nvSpPr>
        <p:spPr>
          <a:xfrm>
            <a:off x="838200" y="1741488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39454B"/>
                </a:solidFill>
              </a:rPr>
              <a:t>4 of 40 points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9A9A79E-7ABF-647D-2A37-B2C257E09E6F}"/>
              </a:ext>
            </a:extLst>
          </p:cNvPr>
          <p:cNvSpPr/>
          <p:nvPr/>
        </p:nvSpPr>
        <p:spPr>
          <a:xfrm>
            <a:off x="10820400" y="177800"/>
            <a:ext cx="889000" cy="889000"/>
          </a:xfrm>
          <a:prstGeom prst="ellipse">
            <a:avLst/>
          </a:prstGeom>
          <a:solidFill>
            <a:srgbClr val="FFE0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147D0C-0317-8E19-D209-005FC95E204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300" y="393700"/>
            <a:ext cx="457200" cy="4572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48AE1A-9F6A-7343-506E-658EA52AD6D7}"/>
              </a:ext>
            </a:extLst>
          </p:cNvPr>
          <p:cNvSpPr/>
          <p:nvPr/>
        </p:nvSpPr>
        <p:spPr>
          <a:xfrm>
            <a:off x="838200" y="14224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F7C26F-84C6-B48B-30A2-58B3CD336A75}"/>
              </a:ext>
            </a:extLst>
          </p:cNvPr>
          <p:cNvSpPr/>
          <p:nvPr/>
        </p:nvSpPr>
        <p:spPr>
          <a:xfrm>
            <a:off x="1016000" y="15240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00B2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BC0290-9959-E8F8-6D49-4B553E6EABE0}"/>
              </a:ext>
            </a:extLst>
          </p:cNvPr>
          <p:cNvSpPr txBox="1"/>
          <p:nvPr/>
        </p:nvSpPr>
        <p:spPr>
          <a:xfrm>
            <a:off x="1016000" y="18796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Verbally acknowledges the request or concern before proceeding, confirms purpose of contact before the next step.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817AA9-E44E-ECEC-E7CE-31992F1B253A}"/>
              </a:ext>
            </a:extLst>
          </p:cNvPr>
          <p:cNvSpPr/>
          <p:nvPr/>
        </p:nvSpPr>
        <p:spPr>
          <a:xfrm>
            <a:off x="838200" y="25400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FFE0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62B0E7-1008-6F5E-FCFA-56A5D2F7097E}"/>
              </a:ext>
            </a:extLst>
          </p:cNvPr>
          <p:cNvSpPr/>
          <p:nvPr/>
        </p:nvSpPr>
        <p:spPr>
          <a:xfrm>
            <a:off x="1016000" y="2641600"/>
            <a:ext cx="698500" cy="304800"/>
          </a:xfrm>
          <a:prstGeom prst="roundRect">
            <a:avLst>
              <a:gd name="adj" fmla="val 50000"/>
            </a:avLst>
          </a:prstGeom>
          <a:solidFill>
            <a:srgbClr val="FF00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918C47-EC97-FFFA-40A3-F03CA5F9E4A8}"/>
              </a:ext>
            </a:extLst>
          </p:cNvPr>
          <p:cNvSpPr txBox="1"/>
          <p:nvPr/>
        </p:nvSpPr>
        <p:spPr>
          <a:xfrm>
            <a:off x="1016000" y="29972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Proceeds without acknowledging the request, ignores key info already shared, jumps to unrelated questions.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D0CAE3A-D7F4-1EFE-52A2-392D374C0452}"/>
              </a:ext>
            </a:extLst>
          </p:cNvPr>
          <p:cNvSpPr/>
          <p:nvPr/>
        </p:nvSpPr>
        <p:spPr>
          <a:xfrm>
            <a:off x="838200" y="36576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73FBA29-1981-D571-3AE3-6BD0AAB0D9D3}"/>
              </a:ext>
            </a:extLst>
          </p:cNvPr>
          <p:cNvSpPr/>
          <p:nvPr/>
        </p:nvSpPr>
        <p:spPr>
          <a:xfrm>
            <a:off x="1016000" y="37592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005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REMEMBER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2642CA-9CDB-355D-BFEB-3B0F049CB535}"/>
              </a:ext>
            </a:extLst>
          </p:cNvPr>
          <p:cNvSpPr txBox="1"/>
          <p:nvPr/>
        </p:nvSpPr>
        <p:spPr>
          <a:xfrm>
            <a:off x="1016000" y="41148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i="1">
                <a:solidFill>
                  <a:srgbClr val="39454B"/>
                </a:solidFill>
              </a:rPr>
              <a:t>Echo, Then Act: like a pilot's read-back to air traffic control - repeat what you heard before you respond.</a:t>
            </a:r>
          </a:p>
        </p:txBody>
      </p:sp>
    </p:spTree>
    <p:extLst>
      <p:ext uri="{BB962C8B-B14F-4D97-AF65-F5344CB8AC3E}">
        <p14:creationId xmlns:p14="http://schemas.microsoft.com/office/powerpoint/2010/main" val="4095693884"/>
      </p:ext>
    </p:extLst>
  </p:cSld>
  <p:clrMapOvr>
    <a:masterClrMapping/>
  </p:clrMapOvr>
  <p:transition spd="med">
    <p:randomBa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EE51D-32AE-E094-9CD4-FDFD41FE1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GAME - Tone Twist Challenge (5 min)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9B3635-BAC6-BA24-D1CA-553F17DC2099}"/>
              </a:ext>
            </a:extLst>
          </p:cNvPr>
          <p:cNvSpPr txBox="1"/>
          <p:nvPr/>
        </p:nvSpPr>
        <p:spPr>
          <a:xfrm>
            <a:off x="838200" y="1741488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39454B"/>
                </a:solidFill>
              </a:rPr>
              <a:t>GAME - 5 minutes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2908220-CB4D-1D8E-ABAE-2E0A29610BF7}"/>
              </a:ext>
            </a:extLst>
          </p:cNvPr>
          <p:cNvSpPr/>
          <p:nvPr/>
        </p:nvSpPr>
        <p:spPr>
          <a:xfrm>
            <a:off x="7747000" y="1778000"/>
            <a:ext cx="3556000" cy="3556000"/>
          </a:xfrm>
          <a:prstGeom prst="ellipse">
            <a:avLst/>
          </a:prstGeom>
          <a:solidFill>
            <a:srgbClr val="FFEE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6192D3-5F46-7E3E-4A01-1A8FC1289E6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0" y="26035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589177"/>
      </p:ext>
    </p:extLst>
  </p:cSld>
  <p:clrMapOvr>
    <a:masterClrMapping/>
  </p:clrMapOvr>
  <p:transition spd="med">
    <p:randomBa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BE24-4A07-31C3-5750-282CBC9A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Customer Service Execution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05C98B-7792-4110-A5DE-928ECA015880}"/>
              </a:ext>
            </a:extLst>
          </p:cNvPr>
          <p:cNvSpPr txBox="1"/>
          <p:nvPr/>
        </p:nvSpPr>
        <p:spPr>
          <a:xfrm>
            <a:off x="838200" y="1741488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39454B"/>
                </a:solidFill>
              </a:rPr>
              <a:t>4 of 40 points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6E2F1C8-B998-EA79-A2B7-CAB2D2EE7652}"/>
              </a:ext>
            </a:extLst>
          </p:cNvPr>
          <p:cNvSpPr/>
          <p:nvPr/>
        </p:nvSpPr>
        <p:spPr>
          <a:xfrm>
            <a:off x="10820400" y="177800"/>
            <a:ext cx="889000" cy="889000"/>
          </a:xfrm>
          <a:prstGeom prst="ellipse">
            <a:avLst/>
          </a:prstGeom>
          <a:solidFill>
            <a:srgbClr val="FFE0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9E44A2-4C81-BA59-5F4F-42F675C40C6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300" y="393700"/>
            <a:ext cx="457200" cy="4572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F34318-BDD5-17BF-BB91-BADB22267A36}"/>
              </a:ext>
            </a:extLst>
          </p:cNvPr>
          <p:cNvSpPr/>
          <p:nvPr/>
        </p:nvSpPr>
        <p:spPr>
          <a:xfrm>
            <a:off x="838200" y="14224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D018D4-E68B-AA16-3D1D-26F94A4708B9}"/>
              </a:ext>
            </a:extLst>
          </p:cNvPr>
          <p:cNvSpPr/>
          <p:nvPr/>
        </p:nvSpPr>
        <p:spPr>
          <a:xfrm>
            <a:off x="1016000" y="15240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00B2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06EECD-17D0-9C92-881A-3B8F8276EB68}"/>
              </a:ext>
            </a:extLst>
          </p:cNvPr>
          <p:cNvSpPr txBox="1"/>
          <p:nvPr/>
        </p:nvSpPr>
        <p:spPr>
          <a:xfrm>
            <a:off x="1016000" y="18796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Clear, complete communication. Correct hold - ask permission, give a reason, thank after. Professional data collection.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05F0A7-CBD3-677A-8E9A-5122808A1DD5}"/>
              </a:ext>
            </a:extLst>
          </p:cNvPr>
          <p:cNvSpPr/>
          <p:nvPr/>
        </p:nvSpPr>
        <p:spPr>
          <a:xfrm>
            <a:off x="838200" y="25400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FFE0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483987-64A7-D008-5AE7-D6AC5F2D9290}"/>
              </a:ext>
            </a:extLst>
          </p:cNvPr>
          <p:cNvSpPr/>
          <p:nvPr/>
        </p:nvSpPr>
        <p:spPr>
          <a:xfrm>
            <a:off x="1016000" y="2641600"/>
            <a:ext cx="698500" cy="304800"/>
          </a:xfrm>
          <a:prstGeom prst="roundRect">
            <a:avLst>
              <a:gd name="adj" fmla="val 50000"/>
            </a:avLst>
          </a:prstGeom>
          <a:solidFill>
            <a:srgbClr val="FF00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2C253D-3E8A-0B1E-818D-8113E6539F65}"/>
              </a:ext>
            </a:extLst>
          </p:cNvPr>
          <p:cNvSpPr txBox="1"/>
          <p:nvPr/>
        </p:nvSpPr>
        <p:spPr>
          <a:xfrm>
            <a:off x="1016000" y="29972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Incorrect hold - no permission, reason, or thank-you. Abrupt data collection ("Give me your ID").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CD9D69-C393-5766-6C6C-E93FD8792AC6}"/>
              </a:ext>
            </a:extLst>
          </p:cNvPr>
          <p:cNvSpPr/>
          <p:nvPr/>
        </p:nvSpPr>
        <p:spPr>
          <a:xfrm>
            <a:off x="838200" y="36576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B81B9E-161E-A7F2-94BF-526EB55E2481}"/>
              </a:ext>
            </a:extLst>
          </p:cNvPr>
          <p:cNvSpPr/>
          <p:nvPr/>
        </p:nvSpPr>
        <p:spPr>
          <a:xfrm>
            <a:off x="1016000" y="37592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005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REMEMBER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0EF0F2-96E8-E301-C5C9-C49E4F53A582}"/>
              </a:ext>
            </a:extLst>
          </p:cNvPr>
          <p:cNvSpPr txBox="1"/>
          <p:nvPr/>
        </p:nvSpPr>
        <p:spPr>
          <a:xfrm>
            <a:off x="1016000" y="41148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i="1">
                <a:solidFill>
                  <a:srgbClr val="39454B"/>
                </a:solidFill>
              </a:rPr>
              <a:t>Ask, Explain, Thank: like a doctor's receptionist who says "let me just check" instead of vanishing without a word.</a:t>
            </a:r>
          </a:p>
        </p:txBody>
      </p:sp>
    </p:spTree>
    <p:extLst>
      <p:ext uri="{BB962C8B-B14F-4D97-AF65-F5344CB8AC3E}">
        <p14:creationId xmlns:p14="http://schemas.microsoft.com/office/powerpoint/2010/main" val="2412490562"/>
      </p:ext>
    </p:extLst>
  </p:cSld>
  <p:clrMapOvr>
    <a:masterClrMapping/>
  </p:clrMapOvr>
  <p:transition spd="med">
    <p:randomBa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ECFE7-9EDD-DF90-89AC-8A9BEAF1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Proactivity &amp; Ownership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E5E0FE-F163-612B-5775-835625009A76}"/>
              </a:ext>
            </a:extLst>
          </p:cNvPr>
          <p:cNvSpPr txBox="1"/>
          <p:nvPr/>
        </p:nvSpPr>
        <p:spPr>
          <a:xfrm>
            <a:off x="838200" y="1741488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39454B"/>
                </a:solidFill>
              </a:rPr>
              <a:t>4 of 40 points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0869CB0-2B8C-A59B-CD72-A5EEFB19C502}"/>
              </a:ext>
            </a:extLst>
          </p:cNvPr>
          <p:cNvSpPr/>
          <p:nvPr/>
        </p:nvSpPr>
        <p:spPr>
          <a:xfrm>
            <a:off x="10820400" y="177800"/>
            <a:ext cx="889000" cy="889000"/>
          </a:xfrm>
          <a:prstGeom prst="ellipse">
            <a:avLst/>
          </a:prstGeom>
          <a:solidFill>
            <a:srgbClr val="FFE0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8393E3-2148-8330-EA58-12C76F145E4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300" y="393700"/>
            <a:ext cx="457200" cy="4572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71F2F3-D1D0-208A-6D1A-771C452EA2AD}"/>
              </a:ext>
            </a:extLst>
          </p:cNvPr>
          <p:cNvSpPr/>
          <p:nvPr/>
        </p:nvSpPr>
        <p:spPr>
          <a:xfrm>
            <a:off x="838200" y="14224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5706A8-8430-3F7C-90AF-0465052C1A2E}"/>
              </a:ext>
            </a:extLst>
          </p:cNvPr>
          <p:cNvSpPr/>
          <p:nvPr/>
        </p:nvSpPr>
        <p:spPr>
          <a:xfrm>
            <a:off x="1016000" y="15240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00B2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E78B89-50CE-F3A4-5871-3F013336B67B}"/>
              </a:ext>
            </a:extLst>
          </p:cNvPr>
          <p:cNvSpPr txBox="1"/>
          <p:nvPr/>
        </p:nvSpPr>
        <p:spPr>
          <a:xfrm>
            <a:off x="1016000" y="18796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Takes full responsibility, drives toward resolution, doesn't wait for the customer to push, transfers with full context.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CC15D8-59CD-551C-4346-B81F132A4DB3}"/>
              </a:ext>
            </a:extLst>
          </p:cNvPr>
          <p:cNvSpPr/>
          <p:nvPr/>
        </p:nvSpPr>
        <p:spPr>
          <a:xfrm>
            <a:off x="838200" y="25400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FFE0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5A406F-89E2-EC5A-8B2D-07059F8466C6}"/>
              </a:ext>
            </a:extLst>
          </p:cNvPr>
          <p:cNvSpPr/>
          <p:nvPr/>
        </p:nvSpPr>
        <p:spPr>
          <a:xfrm>
            <a:off x="1016000" y="2641600"/>
            <a:ext cx="698500" cy="304800"/>
          </a:xfrm>
          <a:prstGeom prst="roundRect">
            <a:avLst>
              <a:gd name="adj" fmla="val 50000"/>
            </a:avLst>
          </a:prstGeom>
          <a:solidFill>
            <a:srgbClr val="FF00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9C91C7-2BC9-8D80-C533-6CB25D539CA8}"/>
              </a:ext>
            </a:extLst>
          </p:cNvPr>
          <p:cNvSpPr txBox="1"/>
          <p:nvPr/>
        </p:nvSpPr>
        <p:spPr>
          <a:xfrm>
            <a:off x="1016000" y="29972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Deflects responsibility, leaves the customer without next steps, unnecessary or repeated transfers.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587343F-DE63-CD92-0C23-5E9DB941D3AE}"/>
              </a:ext>
            </a:extLst>
          </p:cNvPr>
          <p:cNvSpPr/>
          <p:nvPr/>
        </p:nvSpPr>
        <p:spPr>
          <a:xfrm>
            <a:off x="838200" y="36576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557BBE-5353-A614-5B95-702A53E99EB4}"/>
              </a:ext>
            </a:extLst>
          </p:cNvPr>
          <p:cNvSpPr/>
          <p:nvPr/>
        </p:nvSpPr>
        <p:spPr>
          <a:xfrm>
            <a:off x="1016000" y="37592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005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REMEMBER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442A27-1843-12EE-643B-CA605EDA10EA}"/>
              </a:ext>
            </a:extLst>
          </p:cNvPr>
          <p:cNvSpPr txBox="1"/>
          <p:nvPr/>
        </p:nvSpPr>
        <p:spPr>
          <a:xfrm>
            <a:off x="1016000" y="41148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i="1">
                <a:solidFill>
                  <a:srgbClr val="39454B"/>
                </a:solidFill>
              </a:rPr>
              <a:t>You Own It, End to End: a five-star concierge never says "that's not my department" - they solve it personally.</a:t>
            </a:r>
          </a:p>
        </p:txBody>
      </p:sp>
    </p:spTree>
    <p:extLst>
      <p:ext uri="{BB962C8B-B14F-4D97-AF65-F5344CB8AC3E}">
        <p14:creationId xmlns:p14="http://schemas.microsoft.com/office/powerpoint/2010/main" val="1128047232"/>
      </p:ext>
    </p:extLst>
  </p:cSld>
  <p:clrMapOvr>
    <a:masterClrMapping/>
  </p:clrMapOvr>
  <p:transition spd="med">
    <p:randomBa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E0BD1-9C5B-5070-5222-35407F713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Closure Standards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11BCF-DC63-3A86-5E49-D14BE4F38F67}"/>
              </a:ext>
            </a:extLst>
          </p:cNvPr>
          <p:cNvSpPr txBox="1"/>
          <p:nvPr/>
        </p:nvSpPr>
        <p:spPr>
          <a:xfrm>
            <a:off x="838200" y="1741488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39454B"/>
                </a:solidFill>
              </a:rPr>
              <a:t>5 of 40 points - your last impression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DB78142-D364-4D52-7BF5-E38B6D4C3A19}"/>
              </a:ext>
            </a:extLst>
          </p:cNvPr>
          <p:cNvSpPr/>
          <p:nvPr/>
        </p:nvSpPr>
        <p:spPr>
          <a:xfrm>
            <a:off x="10820400" y="177800"/>
            <a:ext cx="889000" cy="889000"/>
          </a:xfrm>
          <a:prstGeom prst="ellipse">
            <a:avLst/>
          </a:prstGeom>
          <a:solidFill>
            <a:srgbClr val="FFE0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739C7E-E5AF-0199-BAC0-18809889CE3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300" y="393700"/>
            <a:ext cx="457200" cy="4572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93341E-9FFF-6BB4-2667-C6CFF7DB8885}"/>
              </a:ext>
            </a:extLst>
          </p:cNvPr>
          <p:cNvSpPr/>
          <p:nvPr/>
        </p:nvSpPr>
        <p:spPr>
          <a:xfrm>
            <a:off x="838200" y="14224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C26132-CCE6-545A-F762-E2DAC69330F7}"/>
              </a:ext>
            </a:extLst>
          </p:cNvPr>
          <p:cNvSpPr/>
          <p:nvPr/>
        </p:nvSpPr>
        <p:spPr>
          <a:xfrm>
            <a:off x="1016000" y="15240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00B2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E26830-3724-A3F9-C580-73D493219BD9}"/>
              </a:ext>
            </a:extLst>
          </p:cNvPr>
          <p:cNvSpPr txBox="1"/>
          <p:nvPr/>
        </p:nvSpPr>
        <p:spPr>
          <a:xfrm>
            <a:off x="1016000" y="1879600"/>
            <a:ext cx="1016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Asks if further help is needed, thanks the customer including company name, proper closing statement, mentions survey.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88F660-3D43-3B95-3D45-1DA5622CB01A}"/>
              </a:ext>
            </a:extLst>
          </p:cNvPr>
          <p:cNvSpPr/>
          <p:nvPr/>
        </p:nvSpPr>
        <p:spPr>
          <a:xfrm>
            <a:off x="838200" y="25400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FFE0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C97FD0-1065-D359-BBD8-9EF5C41F6CF9}"/>
              </a:ext>
            </a:extLst>
          </p:cNvPr>
          <p:cNvSpPr/>
          <p:nvPr/>
        </p:nvSpPr>
        <p:spPr>
          <a:xfrm>
            <a:off x="1016000" y="2641600"/>
            <a:ext cx="698500" cy="304800"/>
          </a:xfrm>
          <a:prstGeom prst="roundRect">
            <a:avLst>
              <a:gd name="adj" fmla="val 50000"/>
            </a:avLst>
          </a:prstGeom>
          <a:solidFill>
            <a:srgbClr val="FF00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3D666F-91F2-4D12-2606-AED775F241EB}"/>
              </a:ext>
            </a:extLst>
          </p:cNvPr>
          <p:cNvSpPr txBox="1"/>
          <p:nvPr/>
        </p:nvSpPr>
        <p:spPr>
          <a:xfrm>
            <a:off x="1016000" y="29972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9454B"/>
                </a:solidFill>
              </a:rPr>
              <a:t>Ends abruptly, missing thank-you or company name, no mention of transfer, disconnects without closure.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97CC1FF-0353-710F-93A8-6155F326BE2A}"/>
              </a:ext>
            </a:extLst>
          </p:cNvPr>
          <p:cNvSpPr/>
          <p:nvPr/>
        </p:nvSpPr>
        <p:spPr>
          <a:xfrm>
            <a:off x="838200" y="3657600"/>
            <a:ext cx="10515600" cy="1016000"/>
          </a:xfrm>
          <a:prstGeom prst="roundRect">
            <a:avLst>
              <a:gd name="adj" fmla="val 10000"/>
            </a:avLst>
          </a:prstGeom>
          <a:solidFill>
            <a:srgbClr val="E0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6CC9744-083C-2F32-8B50-72F5E2827950}"/>
              </a:ext>
            </a:extLst>
          </p:cNvPr>
          <p:cNvSpPr/>
          <p:nvPr/>
        </p:nvSpPr>
        <p:spPr>
          <a:xfrm>
            <a:off x="1016000" y="37592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005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REMEMBER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E8F9A5-40F8-2E83-DD0E-A9DD03B8F75B}"/>
              </a:ext>
            </a:extLst>
          </p:cNvPr>
          <p:cNvSpPr txBox="1"/>
          <p:nvPr/>
        </p:nvSpPr>
        <p:spPr>
          <a:xfrm>
            <a:off x="1016000" y="41148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i="1">
                <a:solidFill>
                  <a:srgbClr val="39454B"/>
                </a:solidFill>
              </a:rPr>
              <a:t>End on a High Note: it's the last scene of the movie - the part they actually remember.</a:t>
            </a:r>
          </a:p>
        </p:txBody>
      </p:sp>
    </p:spTree>
    <p:extLst>
      <p:ext uri="{BB962C8B-B14F-4D97-AF65-F5344CB8AC3E}">
        <p14:creationId xmlns:p14="http://schemas.microsoft.com/office/powerpoint/2010/main" val="3121354110"/>
      </p:ext>
    </p:extLst>
  </p:cSld>
  <p:clrMapOvr>
    <a:masterClrMapping/>
  </p:clrMapOvr>
  <p:transition spd="med">
    <p:randomBa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E084-9A08-93F9-E09B-77E12BA65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DRILL - The 60-Second Explainer (5 min)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626935-F7E2-528A-D7E9-BB1168AD7902}"/>
              </a:ext>
            </a:extLst>
          </p:cNvPr>
          <p:cNvSpPr txBox="1"/>
          <p:nvPr/>
        </p:nvSpPr>
        <p:spPr>
          <a:xfrm>
            <a:off x="838200" y="1741488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39454B"/>
                </a:solidFill>
              </a:rPr>
              <a:t>DRILL - 5 minutes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2673459-4F73-C15C-FEF8-1AF6CE75606B}"/>
              </a:ext>
            </a:extLst>
          </p:cNvPr>
          <p:cNvSpPr/>
          <p:nvPr/>
        </p:nvSpPr>
        <p:spPr>
          <a:xfrm>
            <a:off x="7747000" y="1778000"/>
            <a:ext cx="3556000" cy="3556000"/>
          </a:xfrm>
          <a:prstGeom prst="ellipse">
            <a:avLst/>
          </a:prstGeom>
          <a:solidFill>
            <a:srgbClr val="E0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959D5F-9052-5A3E-E2AA-D3E2C7F0DB5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0" y="26035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948951"/>
      </p:ext>
    </p:extLst>
  </p:cSld>
  <p:clrMapOvr>
    <a:masterClrMapping/>
  </p:clrMapOvr>
  <p:transition spd="med">
    <p:randomBa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53363-0AEB-EAE3-B6DC-6E7732E4B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A9AC6-7E1A-55B5-930D-3EDA8CA1047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/>
              <a:t>Role-Play</a:t>
            </a:r>
          </a:p>
        </p:txBody>
      </p:sp>
    </p:spTree>
    <p:extLst>
      <p:ext uri="{BB962C8B-B14F-4D97-AF65-F5344CB8AC3E}">
        <p14:creationId xmlns:p14="http://schemas.microsoft.com/office/powerpoint/2010/main" val="3907952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A6736-A706-55C4-B009-18EEA89E4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Role-Play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608A70-2D6B-F8B8-E7EC-3B85AFC1C2F0}"/>
              </a:ext>
            </a:extLst>
          </p:cNvPr>
          <p:cNvSpPr txBox="1"/>
          <p:nvPr/>
        </p:nvSpPr>
        <p:spPr>
          <a:xfrm>
            <a:off x="838200" y="1741488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39454B"/>
                </a:solidFill>
              </a:rPr>
              <a:t>3 scenarios - 20 minutes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54600F-E323-60DD-5836-1704A623399E}"/>
              </a:ext>
            </a:extLst>
          </p:cNvPr>
          <p:cNvSpPr/>
          <p:nvPr/>
        </p:nvSpPr>
        <p:spPr>
          <a:xfrm>
            <a:off x="7747000" y="1778000"/>
            <a:ext cx="3556000" cy="3556000"/>
          </a:xfrm>
          <a:prstGeom prst="ellipse">
            <a:avLst/>
          </a:prstGeom>
          <a:solidFill>
            <a:srgbClr val="E0F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9F9CF4-639C-C820-2E3F-96B1653E9E0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0" y="26035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284440"/>
      </p:ext>
    </p:extLst>
  </p:cSld>
  <p:clrMapOvr>
    <a:masterClrMapping/>
  </p:clrMapOvr>
  <p:transition spd="med">
    <p:randomBa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911345-3CEC-51B7-3ACB-5DC1BA91E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800"/>
              <a:t>Opening - fast, warm greeting</a:t>
            </a:r>
          </a:p>
          <a:p>
            <a:pPr>
              <a:spcAft>
                <a:spcPts val="800"/>
              </a:spcAft>
            </a:pPr>
            <a:r>
              <a:rPr lang="en-US" sz="1800"/>
              <a:t>Personalization - name used naturally, 2-3 times</a:t>
            </a:r>
          </a:p>
          <a:p>
            <a:pPr>
              <a:spcAft>
                <a:spcPts val="800"/>
              </a:spcAft>
            </a:pPr>
            <a:r>
              <a:rPr lang="en-US" sz="1800"/>
              <a:t>Tone &amp; Professionalism - warm and engaged throughout</a:t>
            </a:r>
          </a:p>
          <a:p>
            <a:pPr>
              <a:spcAft>
                <a:spcPts val="800"/>
              </a:spcAft>
            </a:pPr>
            <a:r>
              <a:rPr lang="en-US" sz="1800"/>
              <a:t>Active Listening - no interrupting, no dead air</a:t>
            </a:r>
          </a:p>
          <a:p>
            <a:pPr>
              <a:spcAft>
                <a:spcPts val="800"/>
              </a:spcAft>
            </a:pPr>
            <a:r>
              <a:rPr lang="en-US" sz="1800"/>
              <a:t>Empathy - genuine, situation-specific statement</a:t>
            </a:r>
          </a:p>
          <a:p>
            <a:pPr>
              <a:spcAft>
                <a:spcPts val="800"/>
              </a:spcAft>
            </a:pPr>
            <a:r>
              <a:rPr lang="en-US" sz="1800"/>
              <a:t>Acknowledgement - request acknowledged before acting</a:t>
            </a:r>
          </a:p>
          <a:p>
            <a:pPr>
              <a:spcAft>
                <a:spcPts val="800"/>
              </a:spcAft>
            </a:pPr>
            <a:r>
              <a:rPr lang="en-US" sz="1800"/>
              <a:t>Customer Service Execution - correct hold procedure</a:t>
            </a:r>
          </a:p>
          <a:p>
            <a:pPr>
              <a:spcAft>
                <a:spcPts val="800"/>
              </a:spcAft>
            </a:pPr>
            <a:r>
              <a:rPr lang="en-US" sz="1800"/>
              <a:t>Proactivity &amp; Ownership - drove call to resolution</a:t>
            </a:r>
          </a:p>
          <a:p>
            <a:pPr>
              <a:spcAft>
                <a:spcPts val="800"/>
              </a:spcAft>
            </a:pPr>
            <a:r>
              <a:rPr lang="en-US" sz="1800"/>
              <a:t>Closure Standards - thanked customer, closed properly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55918C-5080-53A1-1198-6AE947B78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 Self-Assessment Checklist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286BA50-3130-ABCC-9EEA-7494BF3745C8}"/>
              </a:ext>
            </a:extLst>
          </p:cNvPr>
          <p:cNvSpPr/>
          <p:nvPr/>
        </p:nvSpPr>
        <p:spPr>
          <a:xfrm>
            <a:off x="10820400" y="177800"/>
            <a:ext cx="889000" cy="889000"/>
          </a:xfrm>
          <a:prstGeom prst="ellipse">
            <a:avLst/>
          </a:prstGeom>
          <a:solidFill>
            <a:srgbClr val="FFE0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0EB2E0-2979-CB77-78CE-4FB4755F508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300" y="3937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225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11AD3-E1B6-6E18-1571-C1AA2F13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Knowledge Check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E8951-7D03-7713-80AE-AD70F8D7B2B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/>
              <a:t>Kahoot</a:t>
            </a:r>
          </a:p>
        </p:txBody>
      </p:sp>
    </p:spTree>
    <p:extLst>
      <p:ext uri="{BB962C8B-B14F-4D97-AF65-F5344CB8AC3E}">
        <p14:creationId xmlns:p14="http://schemas.microsoft.com/office/powerpoint/2010/main" val="1559093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5C61-5AAE-6664-6E31-BA9BE2B12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Let's Play - Kahoot Time!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9B4B6D8-C7DA-DBAB-9CE9-9E7D5B2406A2}"/>
              </a:ext>
            </a:extLst>
          </p:cNvPr>
          <p:cNvSpPr/>
          <p:nvPr/>
        </p:nvSpPr>
        <p:spPr>
          <a:xfrm>
            <a:off x="7747000" y="1778000"/>
            <a:ext cx="3556000" cy="3556000"/>
          </a:xfrm>
          <a:prstGeom prst="ellipse">
            <a:avLst/>
          </a:prstGeom>
          <a:solidFill>
            <a:srgbClr val="FFE0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04EB27-A220-DA3E-4CF4-C882047ED31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0" y="26035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50409"/>
      </p:ext>
    </p:extLst>
  </p:cSld>
  <p:clrMapOvr>
    <a:masterClrMapping/>
  </p:clrMapOvr>
  <p:transition spd="med">
    <p:randomBa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9F7E-9C7E-3151-3A84-8C4693C7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Your Action 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CF8865-C4FB-B0FA-1C22-53BD44680B12}"/>
              </a:ext>
            </a:extLst>
          </p:cNvPr>
          <p:cNvSpPr/>
          <p:nvPr/>
        </p:nvSpPr>
        <p:spPr>
          <a:xfrm>
            <a:off x="4953000" y="2667000"/>
            <a:ext cx="2794000" cy="2794000"/>
          </a:xfrm>
          <a:prstGeom prst="rect">
            <a:avLst/>
          </a:prstGeom>
          <a:solidFill>
            <a:srgbClr val="F2F2F2"/>
          </a:solidFill>
          <a:ln>
            <a:solidFill>
              <a:srgbClr val="39454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>
                <a:solidFill>
                  <a:srgbClr val="39454B"/>
                </a:solidFill>
              </a:rPr>
              <a:t>INSERT QR CODE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83146C-7D7D-0943-B545-465B0E268F1C}"/>
              </a:ext>
            </a:extLst>
          </p:cNvPr>
          <p:cNvSpPr txBox="1"/>
          <p:nvPr/>
        </p:nvSpPr>
        <p:spPr>
          <a:xfrm>
            <a:off x="4445000" y="5588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400">
                <a:solidFill>
                  <a:srgbClr val="39454B"/>
                </a:solidFill>
              </a:rPr>
              <a:t>Scan to submit your 3 commitments</a:t>
            </a:r>
          </a:p>
        </p:txBody>
      </p:sp>
    </p:spTree>
    <p:extLst>
      <p:ext uri="{BB962C8B-B14F-4D97-AF65-F5344CB8AC3E}">
        <p14:creationId xmlns:p14="http://schemas.microsoft.com/office/powerpoint/2010/main" val="3240442831"/>
      </p:ext>
    </p:extLst>
  </p:cSld>
  <p:clrMapOvr>
    <a:masterClrMapping/>
  </p:clrMapOvr>
  <p:transition spd="med">
    <p:randomBa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95EF3-4453-C41A-F045-73A8F67B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A225B-04B2-05BB-C3B9-D208BC1BD59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pPr algn="r"/>
            <a:r>
              <a:rPr lang="en-US" sz="3600" b="1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326678411"/>
      </p:ext>
    </p:extLst>
  </p:cSld>
  <p:clrMapOvr>
    <a:masterClrMapping/>
  </p:clrMapOvr>
</p:sld>
</file>

<file path=ppt/theme/theme1.xml><?xml version="1.0" encoding="utf-8"?>
<a:theme xmlns:a="http://schemas.openxmlformats.org/drawingml/2006/main" name="AirArabia_Theme">
  <a:themeElements>
    <a:clrScheme name="Air Arabia">
      <a:dk1>
        <a:srgbClr val="FF0041"/>
      </a:dk1>
      <a:lt1>
        <a:srgbClr val="FFFFFF"/>
      </a:lt1>
      <a:dk2>
        <a:srgbClr val="39454B"/>
      </a:dk2>
      <a:lt2>
        <a:srgbClr val="FFFFFF"/>
      </a:lt2>
      <a:accent1>
        <a:srgbClr val="FF0041"/>
      </a:accent1>
      <a:accent2>
        <a:srgbClr val="C20041"/>
      </a:accent2>
      <a:accent3>
        <a:srgbClr val="C5C5C5"/>
      </a:accent3>
      <a:accent4>
        <a:srgbClr val="39454B"/>
      </a:accent4>
      <a:accent5>
        <a:srgbClr val="FF9566"/>
      </a:accent5>
      <a:accent6>
        <a:srgbClr val="00B26E"/>
      </a:accent6>
      <a:hlink>
        <a:srgbClr val="005C6B"/>
      </a:hlink>
      <a:folHlink>
        <a:srgbClr val="00D0D0"/>
      </a:folHlink>
    </a:clrScheme>
    <a:fontScheme name="AirArabia">
      <a:majorFont>
        <a:latin typeface="Air Arabia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72F0C81-7580-4B0E-9A02-24A6FEC3AD2E}" vid="{C61386B5-227F-43C0-9148-D0F12F125E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12063</TotalTime>
  <Words>2291</Words>
  <Application>Microsoft Office PowerPoint</Application>
  <PresentationFormat>Widescreen</PresentationFormat>
  <Paragraphs>185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Air Arabia</vt:lpstr>
      <vt:lpstr>Arial</vt:lpstr>
      <vt:lpstr>Calibri</vt:lpstr>
      <vt:lpstr>Noto Sans</vt:lpstr>
      <vt:lpstr>AirArabia_Theme</vt:lpstr>
      <vt:lpstr>Voice Soft Skills Training</vt:lpstr>
      <vt:lpstr>Today's Session</vt:lpstr>
      <vt:lpstr>Why Voice Matters</vt:lpstr>
      <vt:lpstr>Soft Skills</vt:lpstr>
      <vt:lpstr>Opening</vt:lpstr>
      <vt:lpstr>Personalization</vt:lpstr>
      <vt:lpstr>Tone &amp; Professionalism</vt:lpstr>
      <vt:lpstr>Say This, Not That</vt:lpstr>
      <vt:lpstr>Active Listening</vt:lpstr>
      <vt:lpstr>Empathy</vt:lpstr>
      <vt:lpstr>Acknowledgement</vt:lpstr>
      <vt:lpstr>GAME - Tone Twist Challenge (5 min)</vt:lpstr>
      <vt:lpstr>Customer Service Execution</vt:lpstr>
      <vt:lpstr>Proactivity &amp; Ownership</vt:lpstr>
      <vt:lpstr>Closure Standards</vt:lpstr>
      <vt:lpstr>DRILL - The 60-Second Explainer (5 min)</vt:lpstr>
      <vt:lpstr>Practice</vt:lpstr>
      <vt:lpstr>Role-Play Practice</vt:lpstr>
      <vt:lpstr>Agent Self-Assessment Checklist</vt:lpstr>
      <vt:lpstr>Knowledge Check</vt:lpstr>
      <vt:lpstr>Let's Play - Kahoot Time!</vt:lpstr>
      <vt:lpstr>Your Action Plan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Hasan Danish</dc:creator>
  <cp:lastModifiedBy>nourhan khaled</cp:lastModifiedBy>
  <cp:revision>574</cp:revision>
  <cp:lastPrinted>2022-09-05T06:40:18Z</cp:lastPrinted>
  <dcterms:created xsi:type="dcterms:W3CDTF">2022-08-22T05:33:15Z</dcterms:created>
  <dcterms:modified xsi:type="dcterms:W3CDTF">2026-07-21T18:50:39Z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786b395-434b-40ce-b5e6-fd56d1f0fd4d_Enabled">
    <vt:lpwstr>true</vt:lpwstr>
  </property>
  <property fmtid="{D5CDD505-2E9C-101B-9397-08002B2CF9AE}" pid="3" name="MSIP_Label_e786b395-434b-40ce-b5e6-fd56d1f0fd4d_SetDate">
    <vt:lpwstr>2022-12-27T05:35:02Z</vt:lpwstr>
  </property>
  <property fmtid="{D5CDD505-2E9C-101B-9397-08002B2CF9AE}" pid="4" name="MSIP_Label_e786b395-434b-40ce-b5e6-fd56d1f0fd4d_Method">
    <vt:lpwstr>Privileged</vt:lpwstr>
  </property>
  <property fmtid="{D5CDD505-2E9C-101B-9397-08002B2CF9AE}" pid="5" name="MSIP_Label_e786b395-434b-40ce-b5e6-fd56d1f0fd4d_Name">
    <vt:lpwstr>Custom</vt:lpwstr>
  </property>
  <property fmtid="{D5CDD505-2E9C-101B-9397-08002B2CF9AE}" pid="6" name="MSIP_Label_e786b395-434b-40ce-b5e6-fd56d1f0fd4d_SiteId">
    <vt:lpwstr>7bbb8a4d-7f1b-4a58-9b3a-c250fb8023e3</vt:lpwstr>
  </property>
  <property fmtid="{D5CDD505-2E9C-101B-9397-08002B2CF9AE}" pid="7" name="MSIP_Label_e786b395-434b-40ce-b5e6-fd56d1f0fd4d_ActionId">
    <vt:lpwstr>8408e2fa-8a7b-49a3-883f-7b02f0b37e1c</vt:lpwstr>
  </property>
  <property fmtid="{D5CDD505-2E9C-101B-9397-08002B2CF9AE}" pid="8" name="MSIP_Label_e786b395-434b-40ce-b5e6-fd56d1f0fd4d_ContentBits">
    <vt:lpwstr>1</vt:lpwstr>
  </property>
  <property fmtid="{D5CDD505-2E9C-101B-9397-08002B2CF9AE}" pid="9" name="ClassificationContentMarkingHeaderLocations">
    <vt:lpwstr>AirArabia_Theme:8</vt:lpwstr>
  </property>
  <property fmtid="{D5CDD505-2E9C-101B-9397-08002B2CF9AE}" pid="10" name="ClassificationContentMarkingHeaderText">
    <vt:lpwstr>Classification: Internal</vt:lpwstr>
  </property>
</Properties>
</file>